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4" r:id="rId4"/>
    <p:sldId id="262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0"/>
    <p:restoredTop sz="94730"/>
  </p:normalViewPr>
  <p:slideViewPr>
    <p:cSldViewPr snapToGrid="0">
      <p:cViewPr>
        <p:scale>
          <a:sx n="115" d="100"/>
          <a:sy n="11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0AE3C-22BA-EB97-E7FD-4C724C9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6E514E3-2BF3-E6DD-311D-973ACA022B2A}"/>
              </a:ext>
            </a:extLst>
          </p:cNvPr>
          <p:cNvSpPr txBox="1"/>
          <p:nvPr/>
        </p:nvSpPr>
        <p:spPr>
          <a:xfrm>
            <a:off x="557560" y="1271239"/>
            <a:ext cx="3841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SYSTEM DEFINITION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E68BD557-A36A-EDC0-F200-5913906BC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818" y="1957199"/>
            <a:ext cx="8807605" cy="477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788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5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770</TotalTime>
  <Words>41</Words>
  <Application>Microsoft Macintosh PowerPoint</Application>
  <PresentationFormat>Grand écran</PresentationFormat>
  <Paragraphs>16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10</cp:revision>
  <dcterms:created xsi:type="dcterms:W3CDTF">2025-11-13T16:08:56Z</dcterms:created>
  <dcterms:modified xsi:type="dcterms:W3CDTF">2025-11-14T08:28:25Z</dcterms:modified>
</cp:coreProperties>
</file>