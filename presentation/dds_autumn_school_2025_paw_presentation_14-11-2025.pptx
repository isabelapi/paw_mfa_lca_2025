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omments/modernComment_101_6001014.xml" ContentType="application/vnd.ms-powerpoint.comments+xml"/>
  <Override PartName="/ppt/comments/modernComment_102_CA4F73BD.xml" ContentType="application/vnd.ms-powerpoint.comments+xml"/>
  <Override PartName="/ppt/comments/modernComment_103_7C9AD750.xml" ContentType="application/vnd.ms-powerpoint.comments+xml"/>
  <Override PartName="/ppt/comments/modernComment_104_9C88742F.xml" ContentType="application/vnd.ms-powerpoint.comments+xml"/>
  <Override PartName="/ppt/comments/modernComment_105_5AC3AF9B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3" r:id="rId3"/>
    <p:sldId id="271" r:id="rId4"/>
    <p:sldId id="273" r:id="rId5"/>
    <p:sldId id="274" r:id="rId6"/>
    <p:sldId id="265" r:id="rId7"/>
    <p:sldId id="268" r:id="rId8"/>
    <p:sldId id="269" r:id="rId9"/>
    <p:sldId id="272" r:id="rId10"/>
    <p:sldId id="262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EF977-7F1E-4A7B-AC1E-AF3BB813DE99}" v="7" dt="2025-11-14T12:24:02.2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725"/>
    <p:restoredTop sz="94730"/>
  </p:normalViewPr>
  <p:slideViewPr>
    <p:cSldViewPr snapToGrid="0">
      <p:cViewPr>
        <p:scale>
          <a:sx n="75" d="100"/>
          <a:sy n="75" d="100"/>
        </p:scale>
        <p:origin x="806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CLOUSIER" userId="768240c1-c1f0-4ea5-ba36-477fb0372b02" providerId="ADAL" clId="{CA5A136D-3B77-4157-88EA-9B5DC776E31F}"/>
    <pc:docChg chg="undo custSel delSld modSld">
      <pc:chgData name="David CLOUSIER" userId="768240c1-c1f0-4ea5-ba36-477fb0372b02" providerId="ADAL" clId="{CA5A136D-3B77-4157-88EA-9B5DC776E31F}" dt="2025-11-14T12:25:51.481" v="94" actId="1076"/>
      <pc:docMkLst>
        <pc:docMk/>
      </pc:docMkLst>
      <pc:sldChg chg="addSp delSp modSp mod">
        <pc:chgData name="David CLOUSIER" userId="768240c1-c1f0-4ea5-ba36-477fb0372b02" providerId="ADAL" clId="{CA5A136D-3B77-4157-88EA-9B5DC776E31F}" dt="2025-11-14T12:24:25.360" v="75" actId="1076"/>
        <pc:sldMkLst>
          <pc:docMk/>
          <pc:sldMk cId="100667412" sldId="257"/>
        </pc:sldMkLst>
        <pc:spChg chg="mod">
          <ac:chgData name="David CLOUSIER" userId="768240c1-c1f0-4ea5-ba36-477fb0372b02" providerId="ADAL" clId="{CA5A136D-3B77-4157-88EA-9B5DC776E31F}" dt="2025-11-14T12:24:25.360" v="75" actId="1076"/>
          <ac:spMkLst>
            <pc:docMk/>
            <pc:sldMk cId="100667412" sldId="257"/>
            <ac:spMk id="7" creationId="{9DBA1C52-DD10-6B06-AF85-FEF70BE75194}"/>
          </ac:spMkLst>
        </pc:spChg>
        <pc:picChg chg="add mod ord">
          <ac:chgData name="David CLOUSIER" userId="768240c1-c1f0-4ea5-ba36-477fb0372b02" providerId="ADAL" clId="{CA5A136D-3B77-4157-88EA-9B5DC776E31F}" dt="2025-11-14T12:24:25.360" v="75" actId="1076"/>
          <ac:picMkLst>
            <pc:docMk/>
            <pc:sldMk cId="100667412" sldId="257"/>
            <ac:picMk id="4" creationId="{AE426B8B-85F5-967D-35CD-BBD724430DC3}"/>
          </ac:picMkLst>
        </pc:picChg>
        <pc:picChg chg="del">
          <ac:chgData name="David CLOUSIER" userId="768240c1-c1f0-4ea5-ba36-477fb0372b02" providerId="ADAL" clId="{CA5A136D-3B77-4157-88EA-9B5DC776E31F}" dt="2025-11-14T12:23:40.286" v="57" actId="478"/>
          <ac:picMkLst>
            <pc:docMk/>
            <pc:sldMk cId="100667412" sldId="257"/>
            <ac:picMk id="14" creationId="{6D96C345-5B47-EEA1-F8C7-D6F20EAAFF8B}"/>
          </ac:picMkLst>
        </pc:picChg>
      </pc:sldChg>
      <pc:sldChg chg="addSp delSp modSp mod">
        <pc:chgData name="David CLOUSIER" userId="768240c1-c1f0-4ea5-ba36-477fb0372b02" providerId="ADAL" clId="{CA5A136D-3B77-4157-88EA-9B5DC776E31F}" dt="2025-11-14T12:24:17.879" v="73" actId="1076"/>
        <pc:sldMkLst>
          <pc:docMk/>
          <pc:sldMk cId="3394204605" sldId="258"/>
        </pc:sldMkLst>
        <pc:spChg chg="mod">
          <ac:chgData name="David CLOUSIER" userId="768240c1-c1f0-4ea5-ba36-477fb0372b02" providerId="ADAL" clId="{CA5A136D-3B77-4157-88EA-9B5DC776E31F}" dt="2025-11-14T12:24:17.879" v="73" actId="1076"/>
          <ac:spMkLst>
            <pc:docMk/>
            <pc:sldMk cId="3394204605" sldId="258"/>
            <ac:spMk id="2" creationId="{EC2310DC-00E0-1304-5DD6-1131E9D81E5F}"/>
          </ac:spMkLst>
        </pc:spChg>
        <pc:picChg chg="del">
          <ac:chgData name="David CLOUSIER" userId="768240c1-c1f0-4ea5-ba36-477fb0372b02" providerId="ADAL" clId="{CA5A136D-3B77-4157-88EA-9B5DC776E31F}" dt="2025-11-14T12:24:04.207" v="68" actId="478"/>
          <ac:picMkLst>
            <pc:docMk/>
            <pc:sldMk cId="3394204605" sldId="258"/>
            <ac:picMk id="3" creationId="{96FD3213-1AEE-D603-F9E2-58B952A3DA24}"/>
          </ac:picMkLst>
        </pc:picChg>
        <pc:picChg chg="add mod ord">
          <ac:chgData name="David CLOUSIER" userId="768240c1-c1f0-4ea5-ba36-477fb0372b02" providerId="ADAL" clId="{CA5A136D-3B77-4157-88EA-9B5DC776E31F}" dt="2025-11-14T12:24:17.879" v="73" actId="1076"/>
          <ac:picMkLst>
            <pc:docMk/>
            <pc:sldMk cId="3394204605" sldId="258"/>
            <ac:picMk id="5" creationId="{84336198-50EF-FFE0-DCAE-709610CF0A21}"/>
          </ac:picMkLst>
        </pc:picChg>
      </pc:sldChg>
      <pc:sldChg chg="modSp mod">
        <pc:chgData name="David CLOUSIER" userId="768240c1-c1f0-4ea5-ba36-477fb0372b02" providerId="ADAL" clId="{CA5A136D-3B77-4157-88EA-9B5DC776E31F}" dt="2025-11-14T12:25:47.319" v="93" actId="14100"/>
        <pc:sldMkLst>
          <pc:docMk/>
          <pc:sldMk cId="2090522448" sldId="259"/>
        </pc:sldMkLst>
        <pc:spChg chg="mod">
          <ac:chgData name="David CLOUSIER" userId="768240c1-c1f0-4ea5-ba36-477fb0372b02" providerId="ADAL" clId="{CA5A136D-3B77-4157-88EA-9B5DC776E31F}" dt="2025-11-14T12:24:56.032" v="76" actId="207"/>
          <ac:spMkLst>
            <pc:docMk/>
            <pc:sldMk cId="2090522448" sldId="259"/>
            <ac:spMk id="2" creationId="{1CBC0978-77A7-FE59-A2F0-00F6723AC64D}"/>
          </ac:spMkLst>
        </pc:spChg>
        <pc:picChg chg="mod ord">
          <ac:chgData name="David CLOUSIER" userId="768240c1-c1f0-4ea5-ba36-477fb0372b02" providerId="ADAL" clId="{CA5A136D-3B77-4157-88EA-9B5DC776E31F}" dt="2025-11-14T12:25:47.319" v="93" actId="14100"/>
          <ac:picMkLst>
            <pc:docMk/>
            <pc:sldMk cId="2090522448" sldId="259"/>
            <ac:picMk id="4" creationId="{29745990-553C-14C4-C7E3-6C43485CEF8F}"/>
          </ac:picMkLst>
        </pc:picChg>
      </pc:sldChg>
      <pc:sldChg chg="modSp mod">
        <pc:chgData name="David CLOUSIER" userId="768240c1-c1f0-4ea5-ba36-477fb0372b02" providerId="ADAL" clId="{CA5A136D-3B77-4157-88EA-9B5DC776E31F}" dt="2025-11-14T12:25:41.671" v="91" actId="14100"/>
        <pc:sldMkLst>
          <pc:docMk/>
          <pc:sldMk cId="2626188335" sldId="260"/>
        </pc:sldMkLst>
        <pc:spChg chg="mod">
          <ac:chgData name="David CLOUSIER" userId="768240c1-c1f0-4ea5-ba36-477fb0372b02" providerId="ADAL" clId="{CA5A136D-3B77-4157-88EA-9B5DC776E31F}" dt="2025-11-14T12:25:13.856" v="83" actId="207"/>
          <ac:spMkLst>
            <pc:docMk/>
            <pc:sldMk cId="2626188335" sldId="260"/>
            <ac:spMk id="2" creationId="{E432E2A6-AC35-8DCE-9CC4-CAD9DFB7EFA5}"/>
          </ac:spMkLst>
        </pc:spChg>
        <pc:picChg chg="mod ord">
          <ac:chgData name="David CLOUSIER" userId="768240c1-c1f0-4ea5-ba36-477fb0372b02" providerId="ADAL" clId="{CA5A136D-3B77-4157-88EA-9B5DC776E31F}" dt="2025-11-14T12:25:41.671" v="91" actId="14100"/>
          <ac:picMkLst>
            <pc:docMk/>
            <pc:sldMk cId="2626188335" sldId="260"/>
            <ac:picMk id="4" creationId="{4DA1CC83-5206-BE58-0F46-E2A8C0090B1E}"/>
          </ac:picMkLst>
        </pc:picChg>
      </pc:sldChg>
      <pc:sldChg chg="modSp mod">
        <pc:chgData name="David CLOUSIER" userId="768240c1-c1f0-4ea5-ba36-477fb0372b02" providerId="ADAL" clId="{CA5A136D-3B77-4157-88EA-9B5DC776E31F}" dt="2025-11-14T12:25:38.271" v="90" actId="14100"/>
        <pc:sldMkLst>
          <pc:docMk/>
          <pc:sldMk cId="1522773915" sldId="261"/>
        </pc:sldMkLst>
        <pc:spChg chg="mod">
          <ac:chgData name="David CLOUSIER" userId="768240c1-c1f0-4ea5-ba36-477fb0372b02" providerId="ADAL" clId="{CA5A136D-3B77-4157-88EA-9B5DC776E31F}" dt="2025-11-14T12:25:29.702" v="88" actId="207"/>
          <ac:spMkLst>
            <pc:docMk/>
            <pc:sldMk cId="1522773915" sldId="261"/>
            <ac:spMk id="2" creationId="{35326718-3575-5641-B71D-7EF28457C227}"/>
          </ac:spMkLst>
        </pc:spChg>
        <pc:picChg chg="mod ord">
          <ac:chgData name="David CLOUSIER" userId="768240c1-c1f0-4ea5-ba36-477fb0372b02" providerId="ADAL" clId="{CA5A136D-3B77-4157-88EA-9B5DC776E31F}" dt="2025-11-14T12:25:38.271" v="90" actId="14100"/>
          <ac:picMkLst>
            <pc:docMk/>
            <pc:sldMk cId="1522773915" sldId="261"/>
            <ac:picMk id="4" creationId="{79A87C96-10A6-E4D8-FEBF-DE309B80E2E3}"/>
          </ac:picMkLst>
        </pc:picChg>
      </pc:sldChg>
      <pc:sldChg chg="addSp delSp modSp mod">
        <pc:chgData name="David CLOUSIER" userId="768240c1-c1f0-4ea5-ba36-477fb0372b02" providerId="ADAL" clId="{CA5A136D-3B77-4157-88EA-9B5DC776E31F}" dt="2025-11-14T12:25:51.481" v="94" actId="1076"/>
        <pc:sldMkLst>
          <pc:docMk/>
          <pc:sldMk cId="4260191992" sldId="262"/>
        </pc:sldMkLst>
        <pc:spChg chg="mod">
          <ac:chgData name="David CLOUSIER" userId="768240c1-c1f0-4ea5-ba36-477fb0372b02" providerId="ADAL" clId="{CA5A136D-3B77-4157-88EA-9B5DC776E31F}" dt="2025-11-14T12:24:22.272" v="74" actId="1076"/>
          <ac:spMkLst>
            <pc:docMk/>
            <pc:sldMk cId="4260191992" sldId="262"/>
            <ac:spMk id="4" creationId="{E6201F68-253E-7A24-AE10-2AF501F44104}"/>
          </ac:spMkLst>
        </pc:spChg>
        <pc:picChg chg="del mod">
          <ac:chgData name="David CLOUSIER" userId="768240c1-c1f0-4ea5-ba36-477fb0372b02" providerId="ADAL" clId="{CA5A136D-3B77-4157-88EA-9B5DC776E31F}" dt="2025-11-14T12:23:03.183" v="47" actId="478"/>
          <ac:picMkLst>
            <pc:docMk/>
            <pc:sldMk cId="4260191992" sldId="262"/>
            <ac:picMk id="3" creationId="{1E195B2C-4136-46E6-671C-9CB75D1AE2E7}"/>
          </ac:picMkLst>
        </pc:picChg>
        <pc:picChg chg="add mod ord">
          <ac:chgData name="David CLOUSIER" userId="768240c1-c1f0-4ea5-ba36-477fb0372b02" providerId="ADAL" clId="{CA5A136D-3B77-4157-88EA-9B5DC776E31F}" dt="2025-11-14T12:25:51.481" v="94" actId="1076"/>
          <ac:picMkLst>
            <pc:docMk/>
            <pc:sldMk cId="4260191992" sldId="262"/>
            <ac:picMk id="5" creationId="{7259F870-464B-9419-6C85-DFFC837F7B0E}"/>
          </ac:picMkLst>
        </pc:picChg>
      </pc:sldChg>
      <pc:sldChg chg="addSp delSp modSp mod">
        <pc:chgData name="David CLOUSIER" userId="768240c1-c1f0-4ea5-ba36-477fb0372b02" providerId="ADAL" clId="{CA5A136D-3B77-4157-88EA-9B5DC776E31F}" dt="2025-11-14T12:14:08.346" v="42" actId="164"/>
        <pc:sldMkLst>
          <pc:docMk/>
          <pc:sldMk cId="2131562667" sldId="268"/>
        </pc:sldMkLst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3" creationId="{7B0147BF-A519-F5B0-990A-0EC765753D73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4" creationId="{B1467094-7648-6988-3741-3FCC210D843C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5" creationId="{1E93D582-B447-7559-8A46-9230B094F35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6" creationId="{D55BD84C-8B53-B174-6BB7-FE72BBC3459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7" creationId="{26EF984F-3F50-6C4F-6B0D-3A66264AF96A}"/>
          </ac:spMkLst>
        </pc:spChg>
        <pc:grpChg chg="add del mod">
          <ac:chgData name="David CLOUSIER" userId="768240c1-c1f0-4ea5-ba36-477fb0372b02" providerId="ADAL" clId="{CA5A136D-3B77-4157-88EA-9B5DC776E31F}" dt="2025-11-14T12:14:08.346" v="42" actId="164"/>
          <ac:grpSpMkLst>
            <pc:docMk/>
            <pc:sldMk cId="2131562667" sldId="268"/>
            <ac:grpSpMk id="68" creationId="{98FCA504-BD2E-4C70-18DD-5F2CC5B42916}"/>
          </ac:grpSpMkLst>
        </pc:grpChg>
        <pc:cxnChg chg="add del mod">
          <ac:chgData name="David CLOUSIER" userId="768240c1-c1f0-4ea5-ba36-477fb0372b02" providerId="ADAL" clId="{CA5A136D-3B77-4157-88EA-9B5DC776E31F}" dt="2025-11-14T12:13:11.839" v="15" actId="14100"/>
          <ac:cxnSpMkLst>
            <pc:docMk/>
            <pc:sldMk cId="2131562667" sldId="268"/>
            <ac:cxnSpMk id="48" creationId="{4953AA89-E760-CCBF-D1E1-3D99229119CD}"/>
          </ac:cxnSpMkLst>
        </pc:cxnChg>
      </pc:sldChg>
      <pc:sldChg chg="del">
        <pc:chgData name="David CLOUSIER" userId="768240c1-c1f0-4ea5-ba36-477fb0372b02" providerId="ADAL" clId="{CA5A136D-3B77-4157-88EA-9B5DC776E31F}" dt="2025-11-14T12:23:33.243" v="52" actId="2696"/>
        <pc:sldMkLst>
          <pc:docMk/>
          <pc:sldMk cId="364705490" sldId="275"/>
        </pc:sldMkLst>
      </pc:sldChg>
    </pc:docChg>
  </pc:docChgLst>
</pc:chgInfo>
</file>

<file path=ppt/comments/modernComment_101_60010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497F89-0A1E-495E-8D86-8ECDB068BF6E}" authorId="{83344440-1645-F163-DD48-EE81A8C93DED}" created="2025-11-13T18:53:00.0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0667412" sldId="257"/>
      <ac:picMk id="14" creationId="{6D96C345-5B47-EEA1-F8C7-D6F20EAAFF8B}"/>
    </ac:deMkLst>
    <p188:txBody>
      <a:bodyPr/>
      <a:lstStyle/>
      <a:p>
        <a:r>
          <a:rPr lang="en-GB"/>
          <a:t>High scenario, summed over everything else</a:t>
        </a:r>
      </a:p>
    </p188:txBody>
  </p188:cm>
</p188:cmLst>
</file>

<file path=ppt/comments/modernComment_102_CA4F73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A99567E-D2E2-4117-A349-2826DF33C5CF}" authorId="{83344440-1645-F163-DD48-EE81A8C93DED}" created="2025-11-13T18:53:16.6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94204605" sldId="258"/>
      <ac:picMk id="3" creationId="{96FD3213-1AEE-D603-F9E2-58B952A3DA24}"/>
    </ac:deMkLst>
    <p188:txBody>
      <a:bodyPr/>
      <a:lstStyle/>
      <a:p>
        <a:r>
          <a:rPr lang="en-GB"/>
          <a:t>Low scenario, summed over everything else</a:t>
        </a:r>
      </a:p>
    </p188:txBody>
  </p188:cm>
</p188:cmLst>
</file>

<file path=ppt/comments/modernComment_103_7C9AD7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A7EADBB-460D-4F05-93AE-0ACD9FCF39B6}" authorId="{83344440-1645-F163-DD48-EE81A8C93DED}" created="2025-11-13T18:53:35.9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90522448" sldId="259"/>
      <ac:picMk id="3" creationId="{AFDB750F-6FB4-7635-C786-8FC851DAA611}"/>
    </ac:deMkLst>
    <p188:txBody>
      <a:bodyPr/>
      <a:lstStyle/>
      <a:p>
        <a:r>
          <a:rPr lang="en-GB"/>
          <a:t>2020 MFA, summed over everything else</a:t>
        </a:r>
      </a:p>
    </p188:txBody>
  </p188:cm>
</p188:cmLst>
</file>

<file path=ppt/comments/modernComment_104_9C88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147A11-01C7-4D2E-852E-992EC574BF15}" authorId="{83344440-1645-F163-DD48-EE81A8C93DED}" created="2025-11-13T18:54:00.5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6188335" sldId="260"/>
      <ac:picMk id="3" creationId="{1865928E-9A82-7D7F-B570-F36C38BCC06D}"/>
    </ac:deMkLst>
    <p188:txBody>
      <a:bodyPr/>
      <a:lstStyle/>
      <a:p>
        <a:r>
          <a:rPr lang="en-GB"/>
          <a:t>2035 MFA, summed over everything else</a:t>
        </a:r>
      </a:p>
    </p188:txBody>
  </p188:cm>
</p188:cmLst>
</file>

<file path=ppt/comments/modernComment_105_5AC3AF9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5C627D-3384-45DB-A3CF-B118D1900EE5}" authorId="{83344440-1645-F163-DD48-EE81A8C93DED}" created="2025-11-13T18:54:17.7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2773915" sldId="261"/>
      <ac:picMk id="3" creationId="{BE855E42-AACD-6673-E0BE-465336C2F697}"/>
    </ac:deMkLst>
    <p188:txBody>
      <a:bodyPr/>
      <a:lstStyle/>
      <a:p>
        <a:r>
          <a:rPr lang="en-GB"/>
          <a:t>2045 MFA, summed over everything else</a:t>
        </a:r>
      </a:p>
    </p188:txBody>
  </p188:cm>
</p188:cmLst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‹#›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1_600101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2_CA4F73BD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3_7C9AD75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8/10/relationships/comments" Target="../comments/modernComment_104_9C88742F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microsoft.com/office/2018/10/relationships/comments" Target="../comments/modernComment_105_5AC3AF9B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9104-8F50-AD31-7040-C0642360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639218C-EBAF-CC47-1764-23684767112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1</a:t>
            </a:r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. Objectives</a:t>
            </a:r>
          </a:p>
        </p:txBody>
      </p:sp>
    </p:spTree>
    <p:extLst>
      <p:ext uri="{BB962C8B-B14F-4D97-AF65-F5344CB8AC3E}">
        <p14:creationId xmlns:p14="http://schemas.microsoft.com/office/powerpoint/2010/main" val="889888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034B6-DFB3-F68D-A875-2AEDD946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3071B1-5509-61DC-75B5-DD117BA6617F}"/>
              </a:ext>
            </a:extLst>
          </p:cNvPr>
          <p:cNvSpPr txBox="1"/>
          <p:nvPr/>
        </p:nvSpPr>
        <p:spPr>
          <a:xfrm>
            <a:off x="557560" y="1271239"/>
            <a:ext cx="2037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Objectives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71BD5-8F35-5E04-ED5C-9CCA868C1067}"/>
              </a:ext>
            </a:extLst>
          </p:cNvPr>
          <p:cNvSpPr txBox="1"/>
          <p:nvPr/>
        </p:nvSpPr>
        <p:spPr>
          <a:xfrm>
            <a:off x="676275" y="2137359"/>
            <a:ext cx="108394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itchFamily="2" charset="2"/>
              <a:buChar char="ü"/>
            </a:pPr>
            <a:r>
              <a:rPr lang="en-IE" sz="2800" dirty="0">
                <a:latin typeface="+mj-lt"/>
              </a:rPr>
              <a:t>Obtain the future environmental impact of different wastewater treatment technologies by integrating MFA and prospective LCA approaches.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6126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6F18-243F-FAF9-A959-6F57DA5F3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C0AF63F7-D63E-5971-F8F1-A5D806DAD0B8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2. Methodology</a:t>
            </a:r>
          </a:p>
        </p:txBody>
      </p:sp>
    </p:spTree>
    <p:extLst>
      <p:ext uri="{BB962C8B-B14F-4D97-AF65-F5344CB8AC3E}">
        <p14:creationId xmlns:p14="http://schemas.microsoft.com/office/powerpoint/2010/main" val="11877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557560" y="1271239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886872"/>
              </p:ext>
            </p:extLst>
          </p:nvPr>
        </p:nvGraphicFramePr>
        <p:xfrm>
          <a:off x="1470524" y="2098929"/>
          <a:ext cx="9250951" cy="266014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765136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643859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4841956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High/low environmental policy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y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years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2020/2035/2045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Type of 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Sludge/water/oxidized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Carrier/CEC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treatment/Advanced oxidizing process/Ozonation/Granular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8715-AA0A-0A63-9095-9119D0396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496">
            <a:extLst>
              <a:ext uri="{FF2B5EF4-FFF2-40B4-BE49-F238E27FC236}">
                <a16:creationId xmlns:a16="http://schemas.microsoft.com/office/drawing/2014/main" id="{C924DA2A-9663-EEB1-D687-EF742E9C13E4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5" name="Rectangle : coins arrondis 417">
              <a:extLst>
                <a:ext uri="{FF2B5EF4-FFF2-40B4-BE49-F238E27FC236}">
                  <a16:creationId xmlns:a16="http://schemas.microsoft.com/office/drawing/2014/main" id="{2483DEAE-A690-C4C7-2730-AE7763380810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E6C4E0-A58E-185C-1C35-687C0C3028C9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7" name="Rectangle : coins arrondis 99">
              <a:extLst>
                <a:ext uri="{FF2B5EF4-FFF2-40B4-BE49-F238E27FC236}">
                  <a16:creationId xmlns:a16="http://schemas.microsoft.com/office/drawing/2014/main" id="{FEAB16AA-E8F2-78AE-4A1A-233BDEF51A95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8" name="Rectangle : coins arrondis 4">
              <a:extLst>
                <a:ext uri="{FF2B5EF4-FFF2-40B4-BE49-F238E27FC236}">
                  <a16:creationId xmlns:a16="http://schemas.microsoft.com/office/drawing/2014/main" id="{141942D1-A1AD-C557-7C2C-4629F0EB12CF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9" name="Rectangle : coins arrondis 5">
              <a:extLst>
                <a:ext uri="{FF2B5EF4-FFF2-40B4-BE49-F238E27FC236}">
                  <a16:creationId xmlns:a16="http://schemas.microsoft.com/office/drawing/2014/main" id="{7B83C991-DC6C-4AE2-A838-E8D4552D0B9D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10" name="Rectangle : coins arrondis 6">
              <a:extLst>
                <a:ext uri="{FF2B5EF4-FFF2-40B4-BE49-F238E27FC236}">
                  <a16:creationId xmlns:a16="http://schemas.microsoft.com/office/drawing/2014/main" id="{A9A5D48C-A095-CB90-223A-B1FA221DCED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11" name="Rectangle : coins arrondis 7">
              <a:extLst>
                <a:ext uri="{FF2B5EF4-FFF2-40B4-BE49-F238E27FC236}">
                  <a16:creationId xmlns:a16="http://schemas.microsoft.com/office/drawing/2014/main" id="{88FC9ACC-2502-CE37-12DF-4F91AF689709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12" name="Rectangle : coins arrondis 8">
              <a:extLst>
                <a:ext uri="{FF2B5EF4-FFF2-40B4-BE49-F238E27FC236}">
                  <a16:creationId xmlns:a16="http://schemas.microsoft.com/office/drawing/2014/main" id="{DA6E8BB9-14BA-5D13-FA00-5F0F8F23432E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3" name="Rectangle : coins arrondis 9">
              <a:extLst>
                <a:ext uri="{FF2B5EF4-FFF2-40B4-BE49-F238E27FC236}">
                  <a16:creationId xmlns:a16="http://schemas.microsoft.com/office/drawing/2014/main" id="{520318F6-E3D4-431D-A92E-9C914CBE7A63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4" name="Rectangle : coins arrondis 10">
              <a:extLst>
                <a:ext uri="{FF2B5EF4-FFF2-40B4-BE49-F238E27FC236}">
                  <a16:creationId xmlns:a16="http://schemas.microsoft.com/office/drawing/2014/main" id="{0BAF5A0B-6273-19CD-08C4-4926CB7A9533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5" name="Rectangle : coins arrondis 11">
              <a:extLst>
                <a:ext uri="{FF2B5EF4-FFF2-40B4-BE49-F238E27FC236}">
                  <a16:creationId xmlns:a16="http://schemas.microsoft.com/office/drawing/2014/main" id="{62CE2CCD-E84B-F541-19D1-F2EC350E9E76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6" name="Rectangle : coins arrondis 12">
              <a:extLst>
                <a:ext uri="{FF2B5EF4-FFF2-40B4-BE49-F238E27FC236}">
                  <a16:creationId xmlns:a16="http://schemas.microsoft.com/office/drawing/2014/main" id="{FFF84459-19C3-DC30-C5EF-8BF9B32031DF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7" name="Rectangle : coins arrondis 13">
              <a:extLst>
                <a:ext uri="{FF2B5EF4-FFF2-40B4-BE49-F238E27FC236}">
                  <a16:creationId xmlns:a16="http://schemas.microsoft.com/office/drawing/2014/main" id="{D7102906-59F9-1091-52D9-47A4DF354B09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8" name="Rectangle : coins arrondis 15">
              <a:extLst>
                <a:ext uri="{FF2B5EF4-FFF2-40B4-BE49-F238E27FC236}">
                  <a16:creationId xmlns:a16="http://schemas.microsoft.com/office/drawing/2014/main" id="{05D67F91-0700-52D5-8187-E8DF0EB52A17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Rectangle : coins arrondis 16">
              <a:extLst>
                <a:ext uri="{FF2B5EF4-FFF2-40B4-BE49-F238E27FC236}">
                  <a16:creationId xmlns:a16="http://schemas.microsoft.com/office/drawing/2014/main" id="{0DE8FD28-5F01-6CD8-E980-19C2723E7417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0" name="Losange 17">
              <a:extLst>
                <a:ext uri="{FF2B5EF4-FFF2-40B4-BE49-F238E27FC236}">
                  <a16:creationId xmlns:a16="http://schemas.microsoft.com/office/drawing/2014/main" id="{844B6517-4F5E-4019-A562-6C60A6DDD763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1" name="Losange 18">
              <a:extLst>
                <a:ext uri="{FF2B5EF4-FFF2-40B4-BE49-F238E27FC236}">
                  <a16:creationId xmlns:a16="http://schemas.microsoft.com/office/drawing/2014/main" id="{B41B3E38-5118-4AC4-CAAD-8AEBB32CC110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2" name="Connecteur en arc 22">
              <a:extLst>
                <a:ext uri="{FF2B5EF4-FFF2-40B4-BE49-F238E27FC236}">
                  <a16:creationId xmlns:a16="http://schemas.microsoft.com/office/drawing/2014/main" id="{7C796A15-1BA1-FB61-4C32-B22514B9409F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en arc 26">
              <a:extLst>
                <a:ext uri="{FF2B5EF4-FFF2-40B4-BE49-F238E27FC236}">
                  <a16:creationId xmlns:a16="http://schemas.microsoft.com/office/drawing/2014/main" id="{1CECF68B-10A0-314F-6EC1-88D8051599DF}"/>
                </a:ext>
              </a:extLst>
            </p:cNvPr>
            <p:cNvCxnSpPr>
              <a:cxnSpLocks/>
              <a:stCxn id="17" idx="3"/>
              <a:endCxn id="9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en arc 41">
              <a:extLst>
                <a:ext uri="{FF2B5EF4-FFF2-40B4-BE49-F238E27FC236}">
                  <a16:creationId xmlns:a16="http://schemas.microsoft.com/office/drawing/2014/main" id="{69A491FC-5DD0-3A6B-A7A9-BDB411E790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en arc 49">
              <a:extLst>
                <a:ext uri="{FF2B5EF4-FFF2-40B4-BE49-F238E27FC236}">
                  <a16:creationId xmlns:a16="http://schemas.microsoft.com/office/drawing/2014/main" id="{98C4760E-13A9-4B86-60FC-D9CC38D9A794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en arc 52">
              <a:extLst>
                <a:ext uri="{FF2B5EF4-FFF2-40B4-BE49-F238E27FC236}">
                  <a16:creationId xmlns:a16="http://schemas.microsoft.com/office/drawing/2014/main" id="{7A7F545B-7AF1-FA1E-32FC-8E4D39ED4EB9}"/>
                </a:ext>
              </a:extLst>
            </p:cNvPr>
            <p:cNvCxnSpPr>
              <a:cxnSpLocks/>
              <a:stCxn id="9" idx="3"/>
              <a:endCxn id="14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55">
              <a:extLst>
                <a:ext uri="{FF2B5EF4-FFF2-40B4-BE49-F238E27FC236}">
                  <a16:creationId xmlns:a16="http://schemas.microsoft.com/office/drawing/2014/main" id="{D0C65572-5916-8532-D295-9DF3AF1321D7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en arc 58">
              <a:extLst>
                <a:ext uri="{FF2B5EF4-FFF2-40B4-BE49-F238E27FC236}">
                  <a16:creationId xmlns:a16="http://schemas.microsoft.com/office/drawing/2014/main" id="{F1DA87E9-352B-9FCF-C576-6665CC4AB595}"/>
                </a:ext>
              </a:extLst>
            </p:cNvPr>
            <p:cNvCxnSpPr>
              <a:cxnSpLocks/>
              <a:stCxn id="9" idx="3"/>
              <a:endCxn id="12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en arc 85">
              <a:extLst>
                <a:ext uri="{FF2B5EF4-FFF2-40B4-BE49-F238E27FC236}">
                  <a16:creationId xmlns:a16="http://schemas.microsoft.com/office/drawing/2014/main" id="{5677FD0E-624C-5C3A-03EF-9DD033F23F7F}"/>
                </a:ext>
              </a:extLst>
            </p:cNvPr>
            <p:cNvCxnSpPr>
              <a:cxnSpLocks/>
              <a:stCxn id="49" idx="3"/>
              <a:endCxn id="18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en arc 89">
              <a:extLst>
                <a:ext uri="{FF2B5EF4-FFF2-40B4-BE49-F238E27FC236}">
                  <a16:creationId xmlns:a16="http://schemas.microsoft.com/office/drawing/2014/main" id="{610904EA-1038-4DD2-8354-BF8C98E8A7D2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93">
              <a:extLst>
                <a:ext uri="{FF2B5EF4-FFF2-40B4-BE49-F238E27FC236}">
                  <a16:creationId xmlns:a16="http://schemas.microsoft.com/office/drawing/2014/main" id="{BA0A541D-2A54-97A2-8C19-CC35DEAF428D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2" name="Rectangle : coins arrondis 98">
              <a:extLst>
                <a:ext uri="{FF2B5EF4-FFF2-40B4-BE49-F238E27FC236}">
                  <a16:creationId xmlns:a16="http://schemas.microsoft.com/office/drawing/2014/main" id="{B4F51D92-1018-5655-AC94-62AD5C71C3BA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3" name="Connecteur en arc 100">
              <a:extLst>
                <a:ext uri="{FF2B5EF4-FFF2-40B4-BE49-F238E27FC236}">
                  <a16:creationId xmlns:a16="http://schemas.microsoft.com/office/drawing/2014/main" id="{64DD9895-3E0C-BE2F-1FD8-FE82452103CB}"/>
                </a:ext>
              </a:extLst>
            </p:cNvPr>
            <p:cNvCxnSpPr>
              <a:cxnSpLocks/>
              <a:stCxn id="49" idx="3"/>
              <a:endCxn id="19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en arc 107">
              <a:extLst>
                <a:ext uri="{FF2B5EF4-FFF2-40B4-BE49-F238E27FC236}">
                  <a16:creationId xmlns:a16="http://schemas.microsoft.com/office/drawing/2014/main" id="{6462E934-2664-6114-721E-910E7CBB6C20}"/>
                </a:ext>
              </a:extLst>
            </p:cNvPr>
            <p:cNvCxnSpPr>
              <a:cxnSpLocks/>
              <a:stCxn id="19" idx="3"/>
              <a:endCxn id="31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en arc 112">
              <a:extLst>
                <a:ext uri="{FF2B5EF4-FFF2-40B4-BE49-F238E27FC236}">
                  <a16:creationId xmlns:a16="http://schemas.microsoft.com/office/drawing/2014/main" id="{A8763BA3-CF85-11E9-9180-6D8356AB9ADD}"/>
                </a:ext>
              </a:extLst>
            </p:cNvPr>
            <p:cNvCxnSpPr>
              <a:cxnSpLocks/>
              <a:stCxn id="12" idx="3"/>
              <a:endCxn id="20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en arc 119">
              <a:extLst>
                <a:ext uri="{FF2B5EF4-FFF2-40B4-BE49-F238E27FC236}">
                  <a16:creationId xmlns:a16="http://schemas.microsoft.com/office/drawing/2014/main" id="{A540AFE2-2FC2-32FD-DAB0-1B771C8310EF}"/>
                </a:ext>
              </a:extLst>
            </p:cNvPr>
            <p:cNvCxnSpPr>
              <a:cxnSpLocks/>
              <a:stCxn id="13" idx="3"/>
              <a:endCxn id="20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en arc 122">
              <a:extLst>
                <a:ext uri="{FF2B5EF4-FFF2-40B4-BE49-F238E27FC236}">
                  <a16:creationId xmlns:a16="http://schemas.microsoft.com/office/drawing/2014/main" id="{84DB0FE8-4C94-6D20-E19D-741E8F526E1B}"/>
                </a:ext>
              </a:extLst>
            </p:cNvPr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125">
              <a:extLst>
                <a:ext uri="{FF2B5EF4-FFF2-40B4-BE49-F238E27FC236}">
                  <a16:creationId xmlns:a16="http://schemas.microsoft.com/office/drawing/2014/main" id="{B09D8C5F-781F-59BB-B526-145AC2DC31CB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en arc 129">
              <a:extLst>
                <a:ext uri="{FF2B5EF4-FFF2-40B4-BE49-F238E27FC236}">
                  <a16:creationId xmlns:a16="http://schemas.microsoft.com/office/drawing/2014/main" id="{61F71995-5EB9-C383-362C-A92FB4DEAE59}"/>
                </a:ext>
              </a:extLst>
            </p:cNvPr>
            <p:cNvCxnSpPr>
              <a:cxnSpLocks/>
              <a:stCxn id="20" idx="2"/>
              <a:endCxn id="32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en arc 132">
              <a:extLst>
                <a:ext uri="{FF2B5EF4-FFF2-40B4-BE49-F238E27FC236}">
                  <a16:creationId xmlns:a16="http://schemas.microsoft.com/office/drawing/2014/main" id="{500B61FE-B779-CB0B-97E1-7585FC15D9B4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ZoneTexte 135">
              <a:extLst>
                <a:ext uri="{FF2B5EF4-FFF2-40B4-BE49-F238E27FC236}">
                  <a16:creationId xmlns:a16="http://schemas.microsoft.com/office/drawing/2014/main" id="{D5E41995-75EA-8B15-52EB-3CB000098CF8}"/>
                </a:ext>
              </a:extLst>
            </p:cNvPr>
            <p:cNvSpPr txBox="1"/>
            <p:nvPr/>
          </p:nvSpPr>
          <p:spPr>
            <a:xfrm>
              <a:off x="1812372" y="1017796"/>
              <a:ext cx="1098819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System</a:t>
              </a:r>
            </a:p>
          </p:txBody>
        </p:sp>
        <p:cxnSp>
          <p:nvCxnSpPr>
            <p:cNvPr id="42" name="Connecteur en arc 199">
              <a:extLst>
                <a:ext uri="{FF2B5EF4-FFF2-40B4-BE49-F238E27FC236}">
                  <a16:creationId xmlns:a16="http://schemas.microsoft.com/office/drawing/2014/main" id="{87A1D75D-C9CE-7502-CF06-F120EC3FDE0E}"/>
                </a:ext>
              </a:extLst>
            </p:cNvPr>
            <p:cNvCxnSpPr>
              <a:cxnSpLocks/>
              <a:stCxn id="8" idx="3"/>
              <a:endCxn id="54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en arc 236">
              <a:extLst>
                <a:ext uri="{FF2B5EF4-FFF2-40B4-BE49-F238E27FC236}">
                  <a16:creationId xmlns:a16="http://schemas.microsoft.com/office/drawing/2014/main" id="{4EA99674-6F20-5DD4-4215-797CDB3746F3}"/>
                </a:ext>
              </a:extLst>
            </p:cNvPr>
            <p:cNvCxnSpPr>
              <a:cxnSpLocks/>
              <a:stCxn id="21" idx="3"/>
              <a:endCxn id="31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 : coins arrondis 260">
              <a:extLst>
                <a:ext uri="{FF2B5EF4-FFF2-40B4-BE49-F238E27FC236}">
                  <a16:creationId xmlns:a16="http://schemas.microsoft.com/office/drawing/2014/main" id="{0375607E-3D7C-E7DB-6C6D-B19D31CF47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45" name="Rectangle : coins arrondis 261">
              <a:extLst>
                <a:ext uri="{FF2B5EF4-FFF2-40B4-BE49-F238E27FC236}">
                  <a16:creationId xmlns:a16="http://schemas.microsoft.com/office/drawing/2014/main" id="{5887167E-D2DA-DF8E-AE8C-0ADDC85AAF62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6" name="Rectangle : coins arrondis 292">
              <a:extLst>
                <a:ext uri="{FF2B5EF4-FFF2-40B4-BE49-F238E27FC236}">
                  <a16:creationId xmlns:a16="http://schemas.microsoft.com/office/drawing/2014/main" id="{69EA51F0-608C-D6CD-40E9-F684814481A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7" name="Rectangle : coins arrondis 306">
              <a:extLst>
                <a:ext uri="{FF2B5EF4-FFF2-40B4-BE49-F238E27FC236}">
                  <a16:creationId xmlns:a16="http://schemas.microsoft.com/office/drawing/2014/main" id="{7CFC33B6-2E53-D3BF-3631-1C1130D3BB6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48" name="Connecteur en arc 313">
              <a:extLst>
                <a:ext uri="{FF2B5EF4-FFF2-40B4-BE49-F238E27FC236}">
                  <a16:creationId xmlns:a16="http://schemas.microsoft.com/office/drawing/2014/main" id="{4953AA89-E760-CCBF-D1E1-3D99229119CD}"/>
                </a:ext>
              </a:extLst>
            </p:cNvPr>
            <p:cNvCxnSpPr>
              <a:cxnSpLocks/>
              <a:stCxn id="47" idx="0"/>
              <a:endCxn id="11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Losange 318">
              <a:extLst>
                <a:ext uri="{FF2B5EF4-FFF2-40B4-BE49-F238E27FC236}">
                  <a16:creationId xmlns:a16="http://schemas.microsoft.com/office/drawing/2014/main" id="{9506969F-7280-49C7-F876-EE12A49F8D89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50" name="Connecteur en arc 322">
              <a:extLst>
                <a:ext uri="{FF2B5EF4-FFF2-40B4-BE49-F238E27FC236}">
                  <a16:creationId xmlns:a16="http://schemas.microsoft.com/office/drawing/2014/main" id="{D3A7CE8F-CEF7-47DF-9A02-F7C4AA57D681}"/>
                </a:ext>
              </a:extLst>
            </p:cNvPr>
            <p:cNvCxnSpPr>
              <a:cxnSpLocks/>
              <a:stCxn id="9" idx="2"/>
              <a:endCxn id="4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Losange 337">
              <a:extLst>
                <a:ext uri="{FF2B5EF4-FFF2-40B4-BE49-F238E27FC236}">
                  <a16:creationId xmlns:a16="http://schemas.microsoft.com/office/drawing/2014/main" id="{8319C450-1ADB-5BAE-5028-F35BD432625D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52" name="Connecteur en arc 353">
              <a:extLst>
                <a:ext uri="{FF2B5EF4-FFF2-40B4-BE49-F238E27FC236}">
                  <a16:creationId xmlns:a16="http://schemas.microsoft.com/office/drawing/2014/main" id="{29738BF0-A5FF-277C-212B-13EE9E1B806B}"/>
                </a:ext>
              </a:extLst>
            </p:cNvPr>
            <p:cNvCxnSpPr>
              <a:cxnSpLocks/>
              <a:stCxn id="9" idx="0"/>
              <a:endCxn id="54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364">
              <a:extLst>
                <a:ext uri="{FF2B5EF4-FFF2-40B4-BE49-F238E27FC236}">
                  <a16:creationId xmlns:a16="http://schemas.microsoft.com/office/drawing/2014/main" id="{2CA80D65-B183-91AE-2074-C328D956CE15}"/>
                </a:ext>
              </a:extLst>
            </p:cNvPr>
            <p:cNvCxnSpPr>
              <a:cxnSpLocks/>
              <a:stCxn id="10" idx="1"/>
              <a:endCxn id="54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 : coins arrondis 198">
              <a:extLst>
                <a:ext uri="{FF2B5EF4-FFF2-40B4-BE49-F238E27FC236}">
                  <a16:creationId xmlns:a16="http://schemas.microsoft.com/office/drawing/2014/main" id="{3FC49A3B-B644-BECE-019B-77B49E5ACDF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55" name="Rectangle : coins arrondis 373">
              <a:extLst>
                <a:ext uri="{FF2B5EF4-FFF2-40B4-BE49-F238E27FC236}">
                  <a16:creationId xmlns:a16="http://schemas.microsoft.com/office/drawing/2014/main" id="{FEC608C2-B6D6-33AC-7ED8-9AA2E77AC314}"/>
                </a:ext>
              </a:extLst>
            </p:cNvPr>
            <p:cNvSpPr/>
            <p:nvPr/>
          </p:nvSpPr>
          <p:spPr>
            <a:xfrm>
              <a:off x="0" y="2125820"/>
              <a:ext cx="1116911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Substance</a:t>
              </a:r>
            </a:p>
          </p:txBody>
        </p:sp>
        <p:cxnSp>
          <p:nvCxnSpPr>
            <p:cNvPr id="56" name="Connecteur en arc 473">
              <a:extLst>
                <a:ext uri="{FF2B5EF4-FFF2-40B4-BE49-F238E27FC236}">
                  <a16:creationId xmlns:a16="http://schemas.microsoft.com/office/drawing/2014/main" id="{6B5372A2-20AC-7420-CC11-DBB9F29E9701}"/>
                </a:ext>
              </a:extLst>
            </p:cNvPr>
            <p:cNvCxnSpPr>
              <a:cxnSpLocks/>
              <a:stCxn id="8" idx="3"/>
              <a:endCxn id="20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D736735-0288-E912-4799-2F3AEDB27690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56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63DD5-7FF4-192B-88D9-7D3BD418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B44BD7D-B1E2-AE9B-1FA3-5E04D5394515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+ LCA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2" name="Groupe 496">
            <a:extLst>
              <a:ext uri="{FF2B5EF4-FFF2-40B4-BE49-F238E27FC236}">
                <a16:creationId xmlns:a16="http://schemas.microsoft.com/office/drawing/2014/main" id="{CDDD1C95-8A5F-E03D-3AF2-2409B739F5EF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4" name="Rectangle : coins arrondis 417">
              <a:extLst>
                <a:ext uri="{FF2B5EF4-FFF2-40B4-BE49-F238E27FC236}">
                  <a16:creationId xmlns:a16="http://schemas.microsoft.com/office/drawing/2014/main" id="{3B208667-B9A2-87FC-7308-1AC0843A04C1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9BC6309-94C2-D864-77CF-5F782205DDAA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59" name="Rectangle : coins arrondis 99">
              <a:extLst>
                <a:ext uri="{FF2B5EF4-FFF2-40B4-BE49-F238E27FC236}">
                  <a16:creationId xmlns:a16="http://schemas.microsoft.com/office/drawing/2014/main" id="{E3C5FD46-2740-3B49-81A6-B02260FF0668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0" name="Rectangle : coins arrondis 4">
              <a:extLst>
                <a:ext uri="{FF2B5EF4-FFF2-40B4-BE49-F238E27FC236}">
                  <a16:creationId xmlns:a16="http://schemas.microsoft.com/office/drawing/2014/main" id="{2E037D66-8269-AD28-670E-F82B830EF1D9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1" name="Rectangle : coins arrondis 5">
              <a:extLst>
                <a:ext uri="{FF2B5EF4-FFF2-40B4-BE49-F238E27FC236}">
                  <a16:creationId xmlns:a16="http://schemas.microsoft.com/office/drawing/2014/main" id="{C2080B8B-C1CC-4DDB-1247-C2FC3BC9320E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62" name="Rectangle : coins arrondis 6">
              <a:extLst>
                <a:ext uri="{FF2B5EF4-FFF2-40B4-BE49-F238E27FC236}">
                  <a16:creationId xmlns:a16="http://schemas.microsoft.com/office/drawing/2014/main" id="{3633E47C-1D94-1BFE-2914-A9FE03177BF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63" name="Rectangle : coins arrondis 7">
              <a:extLst>
                <a:ext uri="{FF2B5EF4-FFF2-40B4-BE49-F238E27FC236}">
                  <a16:creationId xmlns:a16="http://schemas.microsoft.com/office/drawing/2014/main" id="{03E74F79-66B6-F678-C41B-82CCEDB4C5D7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64" name="Rectangle : coins arrondis 8">
              <a:extLst>
                <a:ext uri="{FF2B5EF4-FFF2-40B4-BE49-F238E27FC236}">
                  <a16:creationId xmlns:a16="http://schemas.microsoft.com/office/drawing/2014/main" id="{6F9367A6-9DE9-4C4A-42A9-6D89F6A60470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5" name="Rectangle : coins arrondis 9">
              <a:extLst>
                <a:ext uri="{FF2B5EF4-FFF2-40B4-BE49-F238E27FC236}">
                  <a16:creationId xmlns:a16="http://schemas.microsoft.com/office/drawing/2014/main" id="{F74C596A-C790-52A8-A0E1-6A544A7C5F65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66" name="Rectangle : coins arrondis 10">
              <a:extLst>
                <a:ext uri="{FF2B5EF4-FFF2-40B4-BE49-F238E27FC236}">
                  <a16:creationId xmlns:a16="http://schemas.microsoft.com/office/drawing/2014/main" id="{7BEEEE2C-0F4F-AC43-A4FE-8258A4B9DA4E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67" name="Rectangle : coins arrondis 11">
              <a:extLst>
                <a:ext uri="{FF2B5EF4-FFF2-40B4-BE49-F238E27FC236}">
                  <a16:creationId xmlns:a16="http://schemas.microsoft.com/office/drawing/2014/main" id="{A75491ED-670F-1B36-B011-081A4E7F2144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68" name="Rectangle : coins arrondis 12">
              <a:extLst>
                <a:ext uri="{FF2B5EF4-FFF2-40B4-BE49-F238E27FC236}">
                  <a16:creationId xmlns:a16="http://schemas.microsoft.com/office/drawing/2014/main" id="{590BA161-F770-DD30-8D67-E530C29B1850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69" name="Rectangle : coins arrondis 13">
              <a:extLst>
                <a:ext uri="{FF2B5EF4-FFF2-40B4-BE49-F238E27FC236}">
                  <a16:creationId xmlns:a16="http://schemas.microsoft.com/office/drawing/2014/main" id="{D708614E-33C3-C98E-D63F-C54B78280CC6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70" name="Rectangle : coins arrondis 15">
              <a:extLst>
                <a:ext uri="{FF2B5EF4-FFF2-40B4-BE49-F238E27FC236}">
                  <a16:creationId xmlns:a16="http://schemas.microsoft.com/office/drawing/2014/main" id="{9B968A7F-4227-1203-C404-E12019A8E270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1" name="Rectangle : coins arrondis 16">
              <a:extLst>
                <a:ext uri="{FF2B5EF4-FFF2-40B4-BE49-F238E27FC236}">
                  <a16:creationId xmlns:a16="http://schemas.microsoft.com/office/drawing/2014/main" id="{7BCA962C-8C0B-AD99-6CCF-536A666C71FE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2" name="Losange 17">
              <a:extLst>
                <a:ext uri="{FF2B5EF4-FFF2-40B4-BE49-F238E27FC236}">
                  <a16:creationId xmlns:a16="http://schemas.microsoft.com/office/drawing/2014/main" id="{1BB49FDC-5893-CE18-2BD8-4879E9CBBA54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3" name="Losange 18">
              <a:extLst>
                <a:ext uri="{FF2B5EF4-FFF2-40B4-BE49-F238E27FC236}">
                  <a16:creationId xmlns:a16="http://schemas.microsoft.com/office/drawing/2014/main" id="{4F55BFE8-B968-9228-7A38-A7CC86C7EDD2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74" name="Connecteur en arc 22">
              <a:extLst>
                <a:ext uri="{FF2B5EF4-FFF2-40B4-BE49-F238E27FC236}">
                  <a16:creationId xmlns:a16="http://schemas.microsoft.com/office/drawing/2014/main" id="{2D2F2C57-1438-2772-3F1D-0981F6702E1A}"/>
                </a:ext>
              </a:extLst>
            </p:cNvPr>
            <p:cNvCxnSpPr>
              <a:cxnSpLocks/>
              <a:stCxn id="68" idx="3"/>
              <a:endCxn id="60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en arc 26">
              <a:extLst>
                <a:ext uri="{FF2B5EF4-FFF2-40B4-BE49-F238E27FC236}">
                  <a16:creationId xmlns:a16="http://schemas.microsoft.com/office/drawing/2014/main" id="{874DC9C2-14D1-8B2C-6976-5DEE0D96F2F0}"/>
                </a:ext>
              </a:extLst>
            </p:cNvPr>
            <p:cNvCxnSpPr>
              <a:cxnSpLocks/>
              <a:stCxn id="69" idx="3"/>
              <a:endCxn id="61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en arc 41">
              <a:extLst>
                <a:ext uri="{FF2B5EF4-FFF2-40B4-BE49-F238E27FC236}">
                  <a16:creationId xmlns:a16="http://schemas.microsoft.com/office/drawing/2014/main" id="{6D31FDB1-020D-C540-3C23-9E24A89B6469}"/>
                </a:ext>
              </a:extLst>
            </p:cNvPr>
            <p:cNvCxnSpPr>
              <a:cxnSpLocks/>
              <a:stCxn id="60" idx="3"/>
              <a:endCxn id="61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en arc 49">
              <a:extLst>
                <a:ext uri="{FF2B5EF4-FFF2-40B4-BE49-F238E27FC236}">
                  <a16:creationId xmlns:a16="http://schemas.microsoft.com/office/drawing/2014/main" id="{B395F9C5-45B6-6B72-8073-747B154DC783}"/>
                </a:ext>
              </a:extLst>
            </p:cNvPr>
            <p:cNvCxnSpPr>
              <a:cxnSpLocks/>
              <a:stCxn id="61" idx="3"/>
              <a:endCxn id="67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eur en arc 52">
              <a:extLst>
                <a:ext uri="{FF2B5EF4-FFF2-40B4-BE49-F238E27FC236}">
                  <a16:creationId xmlns:a16="http://schemas.microsoft.com/office/drawing/2014/main" id="{23164C1E-2E53-DF0E-CEDE-6EA366057BDA}"/>
                </a:ext>
              </a:extLst>
            </p:cNvPr>
            <p:cNvCxnSpPr>
              <a:cxnSpLocks/>
              <a:stCxn id="61" idx="3"/>
              <a:endCxn id="66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en arc 55">
              <a:extLst>
                <a:ext uri="{FF2B5EF4-FFF2-40B4-BE49-F238E27FC236}">
                  <a16:creationId xmlns:a16="http://schemas.microsoft.com/office/drawing/2014/main" id="{327BC4DB-6183-7A8D-3225-2DB5C0B63AC3}"/>
                </a:ext>
              </a:extLst>
            </p:cNvPr>
            <p:cNvCxnSpPr>
              <a:cxnSpLocks/>
              <a:stCxn id="61" idx="3"/>
              <a:endCxn id="65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en arc 58">
              <a:extLst>
                <a:ext uri="{FF2B5EF4-FFF2-40B4-BE49-F238E27FC236}">
                  <a16:creationId xmlns:a16="http://schemas.microsoft.com/office/drawing/2014/main" id="{D2E64F1C-FDEB-EC88-3286-28DFBE27C1AD}"/>
                </a:ext>
              </a:extLst>
            </p:cNvPr>
            <p:cNvCxnSpPr>
              <a:cxnSpLocks/>
              <a:stCxn id="61" idx="3"/>
              <a:endCxn id="64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en arc 85">
              <a:extLst>
                <a:ext uri="{FF2B5EF4-FFF2-40B4-BE49-F238E27FC236}">
                  <a16:creationId xmlns:a16="http://schemas.microsoft.com/office/drawing/2014/main" id="{844E622E-806B-5783-50BE-8310C27C46FA}"/>
                </a:ext>
              </a:extLst>
            </p:cNvPr>
            <p:cNvCxnSpPr>
              <a:cxnSpLocks/>
              <a:stCxn id="101" idx="3"/>
              <a:endCxn id="70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en arc 89">
              <a:extLst>
                <a:ext uri="{FF2B5EF4-FFF2-40B4-BE49-F238E27FC236}">
                  <a16:creationId xmlns:a16="http://schemas.microsoft.com/office/drawing/2014/main" id="{48712EAE-B4E9-B5EB-D97B-09CD57553F2D}"/>
                </a:ext>
              </a:extLst>
            </p:cNvPr>
            <p:cNvCxnSpPr>
              <a:cxnSpLocks/>
              <a:stCxn id="70" idx="3"/>
              <a:endCxn id="63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 : coins arrondis 93">
              <a:extLst>
                <a:ext uri="{FF2B5EF4-FFF2-40B4-BE49-F238E27FC236}">
                  <a16:creationId xmlns:a16="http://schemas.microsoft.com/office/drawing/2014/main" id="{DF8DF7FB-836E-1390-4D65-6B065E48DDAE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4" name="Rectangle : coins arrondis 98">
              <a:extLst>
                <a:ext uri="{FF2B5EF4-FFF2-40B4-BE49-F238E27FC236}">
                  <a16:creationId xmlns:a16="http://schemas.microsoft.com/office/drawing/2014/main" id="{8D5F81BE-7F23-67F4-7D5B-609253FA2525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85" name="Connecteur en arc 100">
              <a:extLst>
                <a:ext uri="{FF2B5EF4-FFF2-40B4-BE49-F238E27FC236}">
                  <a16:creationId xmlns:a16="http://schemas.microsoft.com/office/drawing/2014/main" id="{62B16DF3-5F99-4D6E-FECB-A1DEF15A51FB}"/>
                </a:ext>
              </a:extLst>
            </p:cNvPr>
            <p:cNvCxnSpPr>
              <a:cxnSpLocks/>
              <a:stCxn id="101" idx="3"/>
              <a:endCxn id="71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107">
              <a:extLst>
                <a:ext uri="{FF2B5EF4-FFF2-40B4-BE49-F238E27FC236}">
                  <a16:creationId xmlns:a16="http://schemas.microsoft.com/office/drawing/2014/main" id="{3BD8DBD8-5B1C-2B6F-46CE-1F9D3A449068}"/>
                </a:ext>
              </a:extLst>
            </p:cNvPr>
            <p:cNvCxnSpPr>
              <a:cxnSpLocks/>
              <a:stCxn id="71" idx="3"/>
              <a:endCxn id="83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en arc 112">
              <a:extLst>
                <a:ext uri="{FF2B5EF4-FFF2-40B4-BE49-F238E27FC236}">
                  <a16:creationId xmlns:a16="http://schemas.microsoft.com/office/drawing/2014/main" id="{30E28B98-70A6-094B-FF22-C3546D474234}"/>
                </a:ext>
              </a:extLst>
            </p:cNvPr>
            <p:cNvCxnSpPr>
              <a:cxnSpLocks/>
              <a:stCxn id="64" idx="3"/>
              <a:endCxn id="72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eur en arc 119">
              <a:extLst>
                <a:ext uri="{FF2B5EF4-FFF2-40B4-BE49-F238E27FC236}">
                  <a16:creationId xmlns:a16="http://schemas.microsoft.com/office/drawing/2014/main" id="{596B3109-3752-9800-439D-69689883714E}"/>
                </a:ext>
              </a:extLst>
            </p:cNvPr>
            <p:cNvCxnSpPr>
              <a:cxnSpLocks/>
              <a:stCxn id="65" idx="3"/>
              <a:endCxn id="72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en arc 122">
              <a:extLst>
                <a:ext uri="{FF2B5EF4-FFF2-40B4-BE49-F238E27FC236}">
                  <a16:creationId xmlns:a16="http://schemas.microsoft.com/office/drawing/2014/main" id="{65699BEF-43EA-D9E5-6D69-486BB6936A2E}"/>
                </a:ext>
              </a:extLst>
            </p:cNvPr>
            <p:cNvCxnSpPr>
              <a:cxnSpLocks/>
              <a:stCxn id="66" idx="3"/>
              <a:endCxn id="72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125">
              <a:extLst>
                <a:ext uri="{FF2B5EF4-FFF2-40B4-BE49-F238E27FC236}">
                  <a16:creationId xmlns:a16="http://schemas.microsoft.com/office/drawing/2014/main" id="{9029ED5E-471D-3A83-D9DC-B76F1A97D80A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eur en arc 129">
              <a:extLst>
                <a:ext uri="{FF2B5EF4-FFF2-40B4-BE49-F238E27FC236}">
                  <a16:creationId xmlns:a16="http://schemas.microsoft.com/office/drawing/2014/main" id="{481A0DEE-928B-A578-0A1A-6863DCDC5D99}"/>
                </a:ext>
              </a:extLst>
            </p:cNvPr>
            <p:cNvCxnSpPr>
              <a:cxnSpLocks/>
              <a:stCxn id="72" idx="2"/>
              <a:endCxn id="84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en arc 132">
              <a:extLst>
                <a:ext uri="{FF2B5EF4-FFF2-40B4-BE49-F238E27FC236}">
                  <a16:creationId xmlns:a16="http://schemas.microsoft.com/office/drawing/2014/main" id="{29FBD7EE-D936-D555-0A3C-5813062970F4}"/>
                </a:ext>
              </a:extLst>
            </p:cNvPr>
            <p:cNvCxnSpPr>
              <a:cxnSpLocks/>
              <a:endCxn id="73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ZoneTexte 135">
              <a:extLst>
                <a:ext uri="{FF2B5EF4-FFF2-40B4-BE49-F238E27FC236}">
                  <a16:creationId xmlns:a16="http://schemas.microsoft.com/office/drawing/2014/main" id="{546F7B1B-1BEA-0EC4-5109-09BCBF866153}"/>
                </a:ext>
              </a:extLst>
            </p:cNvPr>
            <p:cNvSpPr txBox="1"/>
            <p:nvPr/>
          </p:nvSpPr>
          <p:spPr>
            <a:xfrm>
              <a:off x="1812372" y="1017796"/>
              <a:ext cx="1564828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+ LCA System</a:t>
              </a:r>
            </a:p>
          </p:txBody>
        </p:sp>
        <p:cxnSp>
          <p:nvCxnSpPr>
            <p:cNvPr id="94" name="Connecteur en arc 199">
              <a:extLst>
                <a:ext uri="{FF2B5EF4-FFF2-40B4-BE49-F238E27FC236}">
                  <a16:creationId xmlns:a16="http://schemas.microsoft.com/office/drawing/2014/main" id="{70A89748-AB8B-96F5-A567-C96E98C5DF64}"/>
                </a:ext>
              </a:extLst>
            </p:cNvPr>
            <p:cNvCxnSpPr>
              <a:cxnSpLocks/>
              <a:stCxn id="60" idx="3"/>
              <a:endCxn id="106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en arc 236">
              <a:extLst>
                <a:ext uri="{FF2B5EF4-FFF2-40B4-BE49-F238E27FC236}">
                  <a16:creationId xmlns:a16="http://schemas.microsoft.com/office/drawing/2014/main" id="{B560B0EF-560D-B1CF-AFF5-D4E70BE1A930}"/>
                </a:ext>
              </a:extLst>
            </p:cNvPr>
            <p:cNvCxnSpPr>
              <a:cxnSpLocks/>
              <a:stCxn id="73" idx="3"/>
              <a:endCxn id="83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 : coins arrondis 260">
              <a:extLst>
                <a:ext uri="{FF2B5EF4-FFF2-40B4-BE49-F238E27FC236}">
                  <a16:creationId xmlns:a16="http://schemas.microsoft.com/office/drawing/2014/main" id="{3C0CD5B1-8A8D-0B6F-1C98-1D866D910AA1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97" name="Rectangle : coins arrondis 261">
              <a:extLst>
                <a:ext uri="{FF2B5EF4-FFF2-40B4-BE49-F238E27FC236}">
                  <a16:creationId xmlns:a16="http://schemas.microsoft.com/office/drawing/2014/main" id="{64EDE988-1143-123E-47C0-5A7ECF79089D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8" name="Rectangle : coins arrondis 292">
              <a:extLst>
                <a:ext uri="{FF2B5EF4-FFF2-40B4-BE49-F238E27FC236}">
                  <a16:creationId xmlns:a16="http://schemas.microsoft.com/office/drawing/2014/main" id="{D15A8CC8-531B-B0AE-4328-B6A298AEBE2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306">
              <a:extLst>
                <a:ext uri="{FF2B5EF4-FFF2-40B4-BE49-F238E27FC236}">
                  <a16:creationId xmlns:a16="http://schemas.microsoft.com/office/drawing/2014/main" id="{73532FEE-68E9-1C33-67D2-C4F8C7F7F3E9}"/>
                </a:ext>
              </a:extLst>
            </p:cNvPr>
            <p:cNvSpPr/>
            <p:nvPr/>
          </p:nvSpPr>
          <p:spPr>
            <a:xfrm>
              <a:off x="10424793" y="6281864"/>
              <a:ext cx="664192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100" name="Connecteur en arc 313">
              <a:extLst>
                <a:ext uri="{FF2B5EF4-FFF2-40B4-BE49-F238E27FC236}">
                  <a16:creationId xmlns:a16="http://schemas.microsoft.com/office/drawing/2014/main" id="{2A4653A4-5DEF-897C-3408-C9FCE5495FE6}"/>
                </a:ext>
              </a:extLst>
            </p:cNvPr>
            <p:cNvCxnSpPr>
              <a:cxnSpLocks/>
              <a:stCxn id="99" idx="0"/>
              <a:endCxn id="63" idx="3"/>
            </p:cNvCxnSpPr>
            <p:nvPr/>
          </p:nvCxnSpPr>
          <p:spPr>
            <a:xfrm rot="16200000" flipV="1">
              <a:off x="10195774" y="5720748"/>
              <a:ext cx="476702" cy="645530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Losange 318">
              <a:extLst>
                <a:ext uri="{FF2B5EF4-FFF2-40B4-BE49-F238E27FC236}">
                  <a16:creationId xmlns:a16="http://schemas.microsoft.com/office/drawing/2014/main" id="{49CB69FC-1A6A-9499-4E50-3B9329982FD3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102" name="Connecteur en arc 322">
              <a:extLst>
                <a:ext uri="{FF2B5EF4-FFF2-40B4-BE49-F238E27FC236}">
                  <a16:creationId xmlns:a16="http://schemas.microsoft.com/office/drawing/2014/main" id="{44959541-B28C-05A7-9440-E596804A2520}"/>
                </a:ext>
              </a:extLst>
            </p:cNvPr>
            <p:cNvCxnSpPr>
              <a:cxnSpLocks/>
              <a:stCxn id="61" idx="2"/>
              <a:endCxn id="101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osange 337">
              <a:extLst>
                <a:ext uri="{FF2B5EF4-FFF2-40B4-BE49-F238E27FC236}">
                  <a16:creationId xmlns:a16="http://schemas.microsoft.com/office/drawing/2014/main" id="{12825C4F-1FC9-473E-76CC-8EB219931FEE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4" name="Connecteur en arc 353">
              <a:extLst>
                <a:ext uri="{FF2B5EF4-FFF2-40B4-BE49-F238E27FC236}">
                  <a16:creationId xmlns:a16="http://schemas.microsoft.com/office/drawing/2014/main" id="{952A8B32-7914-6EDF-9ED9-9D41E599F586}"/>
                </a:ext>
              </a:extLst>
            </p:cNvPr>
            <p:cNvCxnSpPr>
              <a:cxnSpLocks/>
              <a:stCxn id="61" idx="0"/>
              <a:endCxn id="106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en arc 364">
              <a:extLst>
                <a:ext uri="{FF2B5EF4-FFF2-40B4-BE49-F238E27FC236}">
                  <a16:creationId xmlns:a16="http://schemas.microsoft.com/office/drawing/2014/main" id="{BF996D64-E878-C279-1AD7-A058AA265828}"/>
                </a:ext>
              </a:extLst>
            </p:cNvPr>
            <p:cNvCxnSpPr>
              <a:cxnSpLocks/>
              <a:stCxn id="62" idx="1"/>
              <a:endCxn id="106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ectangle : coins arrondis 198">
              <a:extLst>
                <a:ext uri="{FF2B5EF4-FFF2-40B4-BE49-F238E27FC236}">
                  <a16:creationId xmlns:a16="http://schemas.microsoft.com/office/drawing/2014/main" id="{9110665F-36AB-8690-8BEB-8AABFD5B85B9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7" name="Rectangle : coins arrondis 373">
              <a:extLst>
                <a:ext uri="{FF2B5EF4-FFF2-40B4-BE49-F238E27FC236}">
                  <a16:creationId xmlns:a16="http://schemas.microsoft.com/office/drawing/2014/main" id="{E066BED9-04F0-70B6-4433-25EA00BA62DB}"/>
                </a:ext>
              </a:extLst>
            </p:cNvPr>
            <p:cNvSpPr/>
            <p:nvPr/>
          </p:nvSpPr>
          <p:spPr>
            <a:xfrm>
              <a:off x="86806" y="2120989"/>
              <a:ext cx="983245" cy="34491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baseline="-25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Biosphere</a:t>
              </a:r>
              <a:endParaRPr lang="en-US" sz="1400" b="1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8" name="Connecteur en arc 473">
              <a:extLst>
                <a:ext uri="{FF2B5EF4-FFF2-40B4-BE49-F238E27FC236}">
                  <a16:creationId xmlns:a16="http://schemas.microsoft.com/office/drawing/2014/main" id="{D6E2D212-91FC-1835-67A0-86AE95816A47}"/>
                </a:ext>
              </a:extLst>
            </p:cNvPr>
            <p:cNvCxnSpPr>
              <a:cxnSpLocks/>
              <a:stCxn id="60" idx="3"/>
              <a:endCxn id="72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6BE0D29-4F11-346E-03BF-2E75E37552D3}"/>
              </a:ext>
            </a:extLst>
          </p:cNvPr>
          <p:cNvSpPr/>
          <p:nvPr/>
        </p:nvSpPr>
        <p:spPr>
          <a:xfrm>
            <a:off x="3436590" y="3406264"/>
            <a:ext cx="1153007" cy="524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0" name="Rectangle : coins arrondis 4">
            <a:extLst>
              <a:ext uri="{FF2B5EF4-FFF2-40B4-BE49-F238E27FC236}">
                <a16:creationId xmlns:a16="http://schemas.microsoft.com/office/drawing/2014/main" id="{CD983393-B994-936B-537A-C5F05D30F028}"/>
              </a:ext>
            </a:extLst>
          </p:cNvPr>
          <p:cNvSpPr/>
          <p:nvPr/>
        </p:nvSpPr>
        <p:spPr>
          <a:xfrm>
            <a:off x="819687" y="3421957"/>
            <a:ext cx="940202" cy="252166"/>
          </a:xfrm>
          <a:prstGeom prst="roundRect">
            <a:avLst>
              <a:gd name="adj" fmla="val 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Technosphere</a:t>
            </a:r>
            <a:endParaRPr lang="en-US" sz="1000" b="1" noProof="0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5" name="Diamond 164">
            <a:extLst>
              <a:ext uri="{FF2B5EF4-FFF2-40B4-BE49-F238E27FC236}">
                <a16:creationId xmlns:a16="http://schemas.microsoft.com/office/drawing/2014/main" id="{D75C584A-0DB6-B5BF-697F-380E1D763536}"/>
              </a:ext>
            </a:extLst>
          </p:cNvPr>
          <p:cNvSpPr/>
          <p:nvPr/>
        </p:nvSpPr>
        <p:spPr>
          <a:xfrm>
            <a:off x="5384378" y="5007493"/>
            <a:ext cx="1439182" cy="696780"/>
          </a:xfrm>
          <a:prstGeom prst="diamond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67" name="Graphic 166" descr="Truck with solid fill">
            <a:extLst>
              <a:ext uri="{FF2B5EF4-FFF2-40B4-BE49-F238E27FC236}">
                <a16:creationId xmlns:a16="http://schemas.microsoft.com/office/drawing/2014/main" id="{2073C94A-FF96-9C32-50C5-F8591B43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227" y="4782526"/>
            <a:ext cx="322270" cy="32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94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7DB79-AC47-D73E-3DE8-5B6ED573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60BF8CF9-B44F-9B89-905E-7FA36829BFE4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3. Results</a:t>
            </a:r>
          </a:p>
        </p:txBody>
      </p:sp>
    </p:spTree>
    <p:extLst>
      <p:ext uri="{BB962C8B-B14F-4D97-AF65-F5344CB8AC3E}">
        <p14:creationId xmlns:p14="http://schemas.microsoft.com/office/powerpoint/2010/main" val="1200049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colored wires&#10;&#10;AI-generated content may be incorrect.">
            <a:extLst>
              <a:ext uri="{FF2B5EF4-FFF2-40B4-BE49-F238E27FC236}">
                <a16:creationId xmlns:a16="http://schemas.microsoft.com/office/drawing/2014/main" id="{7259F870-464B-9419-6C85-DFFC837F7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82802"/>
            <a:ext cx="12192000" cy="38047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201F68-253E-7A24-AE10-2AF501F44104}"/>
              </a:ext>
            </a:extLst>
          </p:cNvPr>
          <p:cNvSpPr txBox="1"/>
          <p:nvPr/>
        </p:nvSpPr>
        <p:spPr>
          <a:xfrm>
            <a:off x="255226" y="1015542"/>
            <a:ext cx="751971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Total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AE426B8B-85F5-967D-35CD-BBD724430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08059"/>
            <a:ext cx="12192000" cy="3804716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5C4411C-14CA-9CDC-4576-EED7800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dirty="0">
                <a:latin typeface="Arial Rounded MT Bold" panose="020F0704030504030204" pitchFamily="34" charset="77"/>
              </a:rPr>
              <a:t> | </a:t>
            </a:r>
            <a:fld id="{11681171-7214-0347-ABE7-0EB6FB806A12}" type="slidenum">
              <a:rPr lang="fr-FR">
                <a:latin typeface="Arial Rounded MT Bold" panose="020F0704030504030204" pitchFamily="34" charset="77"/>
              </a:rPr>
              <a:t>11</a:t>
            </a:fld>
            <a:endParaRPr lang="fr-FR" dirty="0">
              <a:latin typeface="Arial Rounded MT Bold" panose="020F0704030504030204" pitchFamily="34" charset="7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BA1C52-DD10-6B06-AF85-FEF70BE75194}"/>
              </a:ext>
            </a:extLst>
          </p:cNvPr>
          <p:cNvSpPr txBox="1"/>
          <p:nvPr/>
        </p:nvSpPr>
        <p:spPr>
          <a:xfrm>
            <a:off x="173946" y="1005382"/>
            <a:ext cx="751971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PkBudg650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0667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84336198-50EF-FFE0-DCAE-709610CF0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33602"/>
            <a:ext cx="12192000" cy="38047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2310DC-00E0-1304-5DD6-1131E9D81E5F}"/>
              </a:ext>
            </a:extLst>
          </p:cNvPr>
          <p:cNvSpPr txBox="1"/>
          <p:nvPr/>
        </p:nvSpPr>
        <p:spPr>
          <a:xfrm>
            <a:off x="275546" y="1015542"/>
            <a:ext cx="751971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NPi</a:t>
            </a:r>
            <a:endParaRPr lang="en-US" sz="2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942046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29745990-553C-14C4-C7E3-6C43485CE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38742"/>
            <a:ext cx="12192000" cy="36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CBC0978-77A7-FE59-A2F0-00F6723AC64D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2020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905224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DA1CC83-5206-BE58-0F46-E2A8C0090B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42" y="1278640"/>
            <a:ext cx="12052958" cy="36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32E2A6-AC35-8DCE-9CC4-CAD9DFB7EFA5}"/>
              </a:ext>
            </a:extLst>
          </p:cNvPr>
          <p:cNvSpPr txBox="1"/>
          <p:nvPr/>
        </p:nvSpPr>
        <p:spPr>
          <a:xfrm>
            <a:off x="293961" y="964742"/>
            <a:ext cx="751971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2035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261883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79A87C96-10A6-E4D8-FEBF-DE309B80E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97899"/>
            <a:ext cx="12192000" cy="36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5326718-3575-5641-B71D-7EF28457C227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2045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22773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247</Words>
  <Application>Microsoft Office PowerPoint</Application>
  <PresentationFormat>Widescreen</PresentationFormat>
  <Paragraphs>108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Arial Rounded MT Bold</vt:lpstr>
      <vt:lpstr>Calibri</vt:lpstr>
      <vt:lpstr>Calibri Light</vt:lpstr>
      <vt:lpstr>Wingdings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David CLOUSIER</cp:lastModifiedBy>
  <cp:revision>41</cp:revision>
  <dcterms:created xsi:type="dcterms:W3CDTF">2025-11-13T16:08:56Z</dcterms:created>
  <dcterms:modified xsi:type="dcterms:W3CDTF">2025-11-14T12:25:56Z</dcterms:modified>
</cp:coreProperties>
</file>