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06_FDED5EF8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80" r:id="rId16"/>
    <p:sldId id="281" r:id="rId17"/>
    <p:sldId id="282" r:id="rId18"/>
    <p:sldId id="279" r:id="rId19"/>
    <p:sldId id="283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40" dt="2025-11-14T12:56:30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118" d="100"/>
          <a:sy n="118" d="100"/>
        </p:scale>
        <p:origin x="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2:57:40.359" v="931" actId="107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3:28.089" v="883" actId="207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4" creationId="{544C09A7-1081-863E-FF0C-BC1B2DB6A345}"/>
          </ac:spMkLst>
        </pc:spChg>
        <pc:spChg chg="add del mod">
          <ac:chgData name="David CLOUSIER" userId="768240c1-c1f0-4ea5-ba36-477fb0372b02" providerId="ADAL" clId="{CA5A136D-3B77-4157-88EA-9B5DC776E31F}" dt="2025-11-14T12:49:21.117" v="846"/>
          <ac:spMkLst>
            <pc:docMk/>
            <pc:sldMk cId="3490303408" sldId="278"/>
            <ac:spMk id="6" creationId="{F2157B08-3D89-021F-E91B-8D6E92E1951B}"/>
          </ac:spMkLst>
        </pc:spChg>
        <pc:spChg chg="add del mod">
          <ac:chgData name="David CLOUSIER" userId="768240c1-c1f0-4ea5-ba36-477fb0372b02" providerId="ADAL" clId="{CA5A136D-3B77-4157-88EA-9B5DC776E31F}" dt="2025-11-14T12:52:41.006" v="873" actId="478"/>
          <ac:spMkLst>
            <pc:docMk/>
            <pc:sldMk cId="3490303408" sldId="278"/>
            <ac:spMk id="7" creationId="{BFBBA31B-1C45-8FE9-3FB2-AFF355009FD0}"/>
          </ac:spMkLst>
        </pc:spChg>
        <pc:spChg chg="add mod">
          <ac:chgData name="David CLOUSIER" userId="768240c1-c1f0-4ea5-ba36-477fb0372b02" providerId="ADAL" clId="{CA5A136D-3B77-4157-88EA-9B5DC776E31F}" dt="2025-11-14T12:53:28.089" v="883" actId="207"/>
          <ac:spMkLst>
            <pc:docMk/>
            <pc:sldMk cId="3490303408" sldId="278"/>
            <ac:spMk id="9" creationId="{5BA1A3BC-958B-FAAD-A302-A691113B315F}"/>
          </ac:spMkLst>
        </pc:spChg>
        <pc:graphicFrameChg chg="add mod">
          <ac:chgData name="David CLOUSIER" userId="768240c1-c1f0-4ea5-ba36-477fb0372b02" providerId="ADAL" clId="{CA5A136D-3B77-4157-88EA-9B5DC776E31F}" dt="2025-11-14T12:52:45.137" v="874" actId="1076"/>
          <ac:graphicFrameMkLst>
            <pc:docMk/>
            <pc:sldMk cId="3490303408" sldId="278"/>
            <ac:graphicFrameMk id="5" creationId="{3A4D0051-A094-A579-DA84-F4319B7EADC6}"/>
          </ac:graphicFrameMkLst>
        </pc:graphicFrameChg>
      </pc:sldChg>
      <pc:sldChg chg="modSp add mod ord">
        <pc:chgData name="David CLOUSIER" userId="768240c1-c1f0-4ea5-ba36-477fb0372b02" providerId="ADAL" clId="{CA5A136D-3B77-4157-88EA-9B5DC776E31F}" dt="2025-11-14T12:51:51.620" v="863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2:49.503" v="875"/>
        <pc:sldMkLst>
          <pc:docMk/>
          <pc:sldMk cId="585818276" sldId="280"/>
        </pc:sldMkLst>
        <pc:spChg chg="add mod">
          <ac:chgData name="David CLOUSIER" userId="768240c1-c1f0-4ea5-ba36-477fb0372b02" providerId="ADAL" clId="{CA5A136D-3B77-4157-88EA-9B5DC776E31F}" dt="2025-11-14T12:52:04.079" v="866" actId="1076"/>
          <ac:spMkLst>
            <pc:docMk/>
            <pc:sldMk cId="585818276" sldId="280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1:53.827" v="864" actId="21"/>
          <ac:spMkLst>
            <pc:docMk/>
            <pc:sldMk cId="585818276" sldId="280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2:30.399" v="872" actId="207"/>
          <ac:spMkLst>
            <pc:docMk/>
            <pc:sldMk cId="585818276" sldId="280"/>
            <ac:spMk id="5" creationId="{F2CCABB2-2850-E9C0-B3FA-64967D385EDD}"/>
          </ac:spMkLst>
        </pc:spChg>
        <pc:graphicFrameChg chg="add mod">
          <ac:chgData name="David CLOUSIER" userId="768240c1-c1f0-4ea5-ba36-477fb0372b02" providerId="ADAL" clId="{CA5A136D-3B77-4157-88EA-9B5DC776E31F}" dt="2025-11-14T12:52:49.503" v="875"/>
          <ac:graphicFrameMkLst>
            <pc:docMk/>
            <pc:sldMk cId="585818276" sldId="280"/>
            <ac:graphicFrameMk id="6" creationId="{CDF88A83-BD69-D5F3-D69A-E9E82A961EF0}"/>
          </ac:graphicFrameMkLst>
        </pc:graphicFrameChg>
      </pc:sldChg>
      <pc:sldChg chg="addSp modSp new mod">
        <pc:chgData name="David CLOUSIER" userId="768240c1-c1f0-4ea5-ba36-477fb0372b02" providerId="ADAL" clId="{CA5A136D-3B77-4157-88EA-9B5DC776E31F}" dt="2025-11-14T12:56:21.152" v="907" actId="1076"/>
        <pc:sldMkLst>
          <pc:docMk/>
          <pc:sldMk cId="2097520306" sldId="281"/>
        </pc:sldMkLst>
        <pc:spChg chg="add mod">
          <ac:chgData name="David CLOUSIER" userId="768240c1-c1f0-4ea5-ba36-477fb0372b02" providerId="ADAL" clId="{CA5A136D-3B77-4157-88EA-9B5DC776E31F}" dt="2025-11-14T12:56:21.152" v="907" actId="1076"/>
          <ac:spMkLst>
            <pc:docMk/>
            <pc:sldMk cId="2097520306" sldId="281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6:11.512" v="905" actId="1076"/>
          <ac:spMkLst>
            <pc:docMk/>
            <pc:sldMk cId="2097520306" sldId="281"/>
            <ac:spMk id="5" creationId="{760C16DD-3192-2DAB-39DD-6181D298BD92}"/>
          </ac:spMkLst>
        </pc:spChg>
        <pc:graphicFrameChg chg="add mod">
          <ac:chgData name="David CLOUSIER" userId="768240c1-c1f0-4ea5-ba36-477fb0372b02" providerId="ADAL" clId="{CA5A136D-3B77-4157-88EA-9B5DC776E31F}" dt="2025-11-14T12:55:05.316" v="886"/>
          <ac:graphicFrameMkLst>
            <pc:docMk/>
            <pc:sldMk cId="2097520306" sldId="281"/>
            <ac:graphicFrameMk id="2" creationId="{4FE53039-E081-71F4-F2AC-2ECEFD8F8246}"/>
          </ac:graphicFrameMkLst>
        </pc:graphicFrameChg>
      </pc:sldChg>
      <pc:sldChg chg="addSp delSp modSp add mod">
        <pc:chgData name="David CLOUSIER" userId="768240c1-c1f0-4ea5-ba36-477fb0372b02" providerId="ADAL" clId="{CA5A136D-3B77-4157-88EA-9B5DC776E31F}" dt="2025-11-14T12:57:40.359" v="931" actId="1076"/>
        <pc:sldMkLst>
          <pc:docMk/>
          <pc:sldMk cId="1770003615" sldId="282"/>
        </pc:sldMkLst>
        <pc:spChg chg="add mod">
          <ac:chgData name="David CLOUSIER" userId="768240c1-c1f0-4ea5-ba36-477fb0372b02" providerId="ADAL" clId="{CA5A136D-3B77-4157-88EA-9B5DC776E31F}" dt="2025-11-14T12:56:30.059" v="909"/>
          <ac:spMkLst>
            <pc:docMk/>
            <pc:sldMk cId="1770003615" sldId="282"/>
            <ac:spMk id="3" creationId="{3073C70F-957B-E246-3D20-853982770D96}"/>
          </ac:spMkLst>
        </pc:spChg>
        <pc:spChg chg="del">
          <ac:chgData name="David CLOUSIER" userId="768240c1-c1f0-4ea5-ba36-477fb0372b02" providerId="ADAL" clId="{CA5A136D-3B77-4157-88EA-9B5DC776E31F}" dt="2025-11-14T12:56:29.840" v="908" actId="478"/>
          <ac:spMkLst>
            <pc:docMk/>
            <pc:sldMk cId="1770003615" sldId="282"/>
            <ac:spMk id="4" creationId="{F11662B8-613E-8CB0-232D-CF212CED0989}"/>
          </ac:spMkLst>
        </pc:spChg>
        <pc:spChg chg="add mod">
          <ac:chgData name="David CLOUSIER" userId="768240c1-c1f0-4ea5-ba36-477fb0372b02" providerId="ADAL" clId="{CA5A136D-3B77-4157-88EA-9B5DC776E31F}" dt="2025-11-14T12:57:40.359" v="931" actId="1076"/>
          <ac:spMkLst>
            <pc:docMk/>
            <pc:sldMk cId="1770003615" sldId="282"/>
            <ac:spMk id="6" creationId="{3FC95DF0-5060-7EF6-7C70-965DBA85628E}"/>
          </ac:spMkLst>
        </pc:spChg>
        <pc:graphicFrameChg chg="add mod">
          <ac:chgData name="David CLOUSIER" userId="768240c1-c1f0-4ea5-ba36-477fb0372b02" providerId="ADAL" clId="{CA5A136D-3B77-4157-88EA-9B5DC776E31F}" dt="2025-11-14T12:55:05.960" v="887"/>
          <ac:graphicFrameMkLst>
            <pc:docMk/>
            <pc:sldMk cId="1770003615" sldId="282"/>
            <ac:graphicFrameMk id="2" creationId="{7B219595-0077-AC2B-C04D-0A818FD619AB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Tabelle2!$A$23:$A$24</c:f>
              <c:strCache>
                <c:ptCount val="2"/>
                <c:pt idx="0">
                  <c:v>low_env_pol'</c:v>
                </c:pt>
                <c:pt idx="1">
                  <c:v>high_env_pol'</c:v>
                </c:pt>
              </c:strCache>
            </c:strRef>
          </c:cat>
          <c:val>
            <c:numRef>
              <c:f>Tabelle2!$D$23:$D$24</c:f>
              <c:numCache>
                <c:formatCode>General</c:formatCode>
                <c:ptCount val="2"/>
                <c:pt idx="0">
                  <c:v>231.513651673711</c:v>
                </c:pt>
                <c:pt idx="1">
                  <c:v>893.88337369446594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A3-4209-BF55-4AD32B78BA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gwp/m3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Tabelle2!$A$27:$A$28</c:f>
              <c:strCache>
                <c:ptCount val="2"/>
                <c:pt idx="0">
                  <c:v>low_env_pol'</c:v>
                </c:pt>
                <c:pt idx="1">
                  <c:v>high_env_pol'</c:v>
                </c:pt>
              </c:strCache>
            </c:strRef>
          </c:cat>
          <c:val>
            <c:numRef>
              <c:f>Tabelle2!$D$27:$D$28</c:f>
              <c:numCache>
                <c:formatCode>General</c:formatCode>
                <c:ptCount val="2"/>
                <c:pt idx="0">
                  <c:v>7.7231535960817096E-2</c:v>
                </c:pt>
                <c:pt idx="1">
                  <c:v>3.5538327483524597E-2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EC-4599-898E-EE2A6FE987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‹Nr.›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FDED5EF8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10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xmlns="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4D0051-A094-A579-DA84-F4319B7EA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7126645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4D0051-A094-A579-DA84-F4319B7EAD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A1A3BC-958B-FAAD-A302-A691113B315F}"/>
              </a:ext>
            </a:extLst>
          </p:cNvPr>
          <p:cNvSpPr txBox="1"/>
          <p:nvPr/>
        </p:nvSpPr>
        <p:spPr>
          <a:xfrm>
            <a:off x="0" y="1519999"/>
            <a:ext cx="12192000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scenarios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times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FBCBB"/>
                </a:solidFill>
                <a:effectLst/>
                <a:latin typeface="Consolas" panose="020B0609020204030204" pitchFamily="49" charset="0"/>
              </a:rPr>
              <a:t>ValueError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392417" y="939801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CABB2-2850-E9C0-B3FA-64967D385EDD}"/>
              </a:ext>
            </a:extLst>
          </p:cNvPr>
          <p:cNvSpPr txBox="1"/>
          <p:nvPr/>
        </p:nvSpPr>
        <p:spPr>
          <a:xfrm>
            <a:off x="313266" y="1861576"/>
            <a:ext cx="11243733" cy="3697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flo_list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is the first element of each tuple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Check code, code2, code3, etc. using .get() to handle missing keys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code3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code4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code5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code6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Found a match, move to next flow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DF88A83-BD69-D5F3-D69A-E9E82A961E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3595718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CDF88A83-BD69-D5F3-D69A-E9E82A961E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5818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FE53039-E081-71F4-F2AC-2ECEFD8F82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6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4FE53039-E081-71F4-F2AC-2ECEFD8F82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0C16DD-3192-2DAB-39DD-6181D298BD92}"/>
              </a:ext>
            </a:extLst>
          </p:cNvPr>
          <p:cNvSpPr txBox="1"/>
          <p:nvPr/>
        </p:nvSpPr>
        <p:spPr>
          <a:xfrm>
            <a:off x="-38100" y="1365086"/>
            <a:ext cx="12268200" cy="54929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change_ei_version_for_exchanges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for node in database: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for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 in node: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if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old_ei_version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new_ei_version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else: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continue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exc.save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apply_strategies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itself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ecoinvent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reference product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inspect unmatched exchanges or activities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statistics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write_database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dirty="0">
              <a:solidFill>
                <a:srgbClr val="7B88A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database</a:t>
            </a:r>
          </a:p>
        </p:txBody>
      </p:sp>
    </p:spTree>
    <p:extLst>
      <p:ext uri="{BB962C8B-B14F-4D97-AF65-F5344CB8AC3E}">
        <p14:creationId xmlns:p14="http://schemas.microsoft.com/office/powerpoint/2010/main" val="2097520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F766-1CD1-36D1-9BC5-A41AC1C6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B219595-0077-AC2B-C04D-0A818FD619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0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7B219595-0077-AC2B-C04D-0A818FD619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73C70F-957B-E246-3D20-853982770D96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C95DF0-5060-7EF6-7C70-965DBA85628E}"/>
              </a:ext>
            </a:extLst>
          </p:cNvPr>
          <p:cNvSpPr txBox="1"/>
          <p:nvPr/>
        </p:nvSpPr>
        <p:spPr>
          <a:xfrm>
            <a:off x="-16933" y="1598582"/>
            <a:ext cx="12192000" cy="5313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lca_results_for_mfa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Can filter the `data` parameter here for time and/or scenario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data = [line for line in data if line[2] ==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where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_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prepare_lca_inputs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remapping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=False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bc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combinations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({(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results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combinations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fu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mapping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demand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Here you can add additional interpretation, such as contribution analysis. Up to you.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1770003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m 1">
            <a:extLst>
              <a:ext uri="{FF2B5EF4-FFF2-40B4-BE49-F238E27FC236}">
                <a16:creationId xmlns:a16="http://schemas.microsoft.com/office/drawing/2014/main" id="{A4E63011-7F2E-4231-8F89-2F6CB267AE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3143616"/>
              </p:ext>
            </p:extLst>
          </p:nvPr>
        </p:nvGraphicFramePr>
        <p:xfrm>
          <a:off x="820498" y="1665188"/>
          <a:ext cx="4366009" cy="42015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Diagramm 2">
            <a:extLst>
              <a:ext uri="{FF2B5EF4-FFF2-40B4-BE49-F238E27FC236}">
                <a16:creationId xmlns:a16="http://schemas.microsoft.com/office/drawing/2014/main" id="{E6492770-D5D4-47E9-B031-7D6B222631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6426965"/>
              </p:ext>
            </p:extLst>
          </p:nvPr>
        </p:nvGraphicFramePr>
        <p:xfrm>
          <a:off x="5531411" y="1665187"/>
          <a:ext cx="4366009" cy="4201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7A963FE4-BC67-4E73-B376-B58A031AA175}"/>
              </a:ext>
            </a:extLst>
          </p:cNvPr>
          <p:cNvSpPr txBox="1"/>
          <p:nvPr/>
        </p:nvSpPr>
        <p:spPr>
          <a:xfrm>
            <a:off x="8456178" y="5527166"/>
            <a:ext cx="9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2045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DA75D50-C4DF-4121-AB5D-2CC110BF21C0}"/>
              </a:ext>
            </a:extLst>
          </p:cNvPr>
          <p:cNvSpPr txBox="1"/>
          <p:nvPr/>
        </p:nvSpPr>
        <p:spPr>
          <a:xfrm>
            <a:off x="3735823" y="5527166"/>
            <a:ext cx="9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2045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8181B70-70E8-408D-AB84-4131C4059DD7}"/>
              </a:ext>
            </a:extLst>
          </p:cNvPr>
          <p:cNvSpPr txBox="1"/>
          <p:nvPr/>
        </p:nvSpPr>
        <p:spPr>
          <a:xfrm>
            <a:off x="1812194" y="5527166"/>
            <a:ext cx="9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2020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2B2922C-ADF4-43EB-8A1A-022FB75DE4A2}"/>
              </a:ext>
            </a:extLst>
          </p:cNvPr>
          <p:cNvSpPr txBox="1"/>
          <p:nvPr/>
        </p:nvSpPr>
        <p:spPr>
          <a:xfrm>
            <a:off x="6475913" y="5527166"/>
            <a:ext cx="9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2184457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2061</Words>
  <Application>Microsoft Office PowerPoint</Application>
  <PresentationFormat>Breitbild</PresentationFormat>
  <Paragraphs>236</Paragraphs>
  <Slides>19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8" baseType="lpstr">
      <vt:lpstr>Arial</vt:lpstr>
      <vt:lpstr>Arial Rounded MT Bold</vt:lpstr>
      <vt:lpstr>Calibri</vt:lpstr>
      <vt:lpstr>Calibri Light</vt:lpstr>
      <vt:lpstr>Consolas</vt:lpstr>
      <vt:lpstr>Times New Roman</vt:lpstr>
      <vt:lpstr>Wingdings</vt:lpstr>
      <vt:lpstr>Thème Office</vt:lpstr>
      <vt:lpstr>Packager Shell Object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Mamy</dc:creator>
  <cp:lastModifiedBy>Matthias Martin Welker</cp:lastModifiedBy>
  <cp:revision>43</cp:revision>
  <dcterms:created xsi:type="dcterms:W3CDTF">2025-11-13T16:08:56Z</dcterms:created>
  <dcterms:modified xsi:type="dcterms:W3CDTF">2025-11-14T13:07:43Z</dcterms:modified>
</cp:coreProperties>
</file>