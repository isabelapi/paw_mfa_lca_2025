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75" r:id="rId12"/>
    <p:sldId id="276" r:id="rId13"/>
    <p:sldId id="277" r:id="rId14"/>
    <p:sldId id="278" r:id="rId15"/>
    <p:sldId id="279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EF977-7F1E-4A7B-AC1E-AF3BB813DE99}" v="29" dt="2025-11-14T12:45:04.3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25"/>
    <p:restoredTop sz="94730"/>
  </p:normalViewPr>
  <p:slideViewPr>
    <p:cSldViewPr snapToGrid="0">
      <p:cViewPr varScale="1">
        <p:scale>
          <a:sx n="37" d="100"/>
          <a:sy n="37" d="100"/>
        </p:scale>
        <p:origin x="38" y="3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CLOUSIER" userId="768240c1-c1f0-4ea5-ba36-477fb0372b02" providerId="ADAL" clId="{CA5A136D-3B77-4157-88EA-9B5DC776E31F}"/>
    <pc:docChg chg="undo redo custSel addSld delSld modSld sldOrd">
      <pc:chgData name="David CLOUSIER" userId="768240c1-c1f0-4ea5-ba36-477fb0372b02" providerId="ADAL" clId="{CA5A136D-3B77-4157-88EA-9B5DC776E31F}" dt="2025-11-14T12:45:21.962" v="840" actId="1076"/>
      <pc:docMkLst>
        <pc:docMk/>
      </pc:docMkLst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100667412" sldId="257"/>
        </pc:sldMkLst>
        <pc:spChg chg="mod">
          <ac:chgData name="David CLOUSIER" userId="768240c1-c1f0-4ea5-ba36-477fb0372b02" providerId="ADAL" clId="{CA5A136D-3B77-4157-88EA-9B5DC776E31F}" dt="2025-11-14T12:24:25.360" v="75" actId="1076"/>
          <ac:spMkLst>
            <pc:docMk/>
            <pc:sldMk cId="100667412" sldId="257"/>
            <ac:spMk id="7" creationId="{9DBA1C52-DD10-6B06-AF85-FEF70BE75194}"/>
          </ac:spMkLst>
        </pc:spChg>
        <pc:picChg chg="add mod ord">
          <ac:chgData name="David CLOUSIER" userId="768240c1-c1f0-4ea5-ba36-477fb0372b02" providerId="ADAL" clId="{CA5A136D-3B77-4157-88EA-9B5DC776E31F}" dt="2025-11-14T12:24:25.360" v="75" actId="1076"/>
          <ac:picMkLst>
            <pc:docMk/>
            <pc:sldMk cId="100667412" sldId="257"/>
            <ac:picMk id="4" creationId="{AE426B8B-85F5-967D-35CD-BBD724430DC3}"/>
          </ac:picMkLst>
        </pc:picChg>
        <pc:picChg chg="del">
          <ac:chgData name="David CLOUSIER" userId="768240c1-c1f0-4ea5-ba36-477fb0372b02" providerId="ADAL" clId="{CA5A136D-3B77-4157-88EA-9B5DC776E31F}" dt="2025-11-14T12:23:40.286" v="57" actId="478"/>
          <ac:picMkLst>
            <pc:docMk/>
            <pc:sldMk cId="100667412" sldId="257"/>
            <ac:picMk id="14" creationId="{6D96C345-5B47-EEA1-F8C7-D6F20EAAFF8B}"/>
          </ac:picMkLst>
        </pc:picChg>
      </pc:sldChg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3394204605" sldId="258"/>
        </pc:sldMkLst>
        <pc:spChg chg="mod">
          <ac:chgData name="David CLOUSIER" userId="768240c1-c1f0-4ea5-ba36-477fb0372b02" providerId="ADAL" clId="{CA5A136D-3B77-4157-88EA-9B5DC776E31F}" dt="2025-11-14T12:24:17.879" v="73" actId="1076"/>
          <ac:spMkLst>
            <pc:docMk/>
            <pc:sldMk cId="3394204605" sldId="258"/>
            <ac:spMk id="2" creationId="{EC2310DC-00E0-1304-5DD6-1131E9D81E5F}"/>
          </ac:spMkLst>
        </pc:spChg>
        <pc:picChg chg="del">
          <ac:chgData name="David CLOUSIER" userId="768240c1-c1f0-4ea5-ba36-477fb0372b02" providerId="ADAL" clId="{CA5A136D-3B77-4157-88EA-9B5DC776E31F}" dt="2025-11-14T12:24:04.207" v="68" actId="478"/>
          <ac:picMkLst>
            <pc:docMk/>
            <pc:sldMk cId="3394204605" sldId="258"/>
            <ac:picMk id="3" creationId="{96FD3213-1AEE-D603-F9E2-58B952A3DA24}"/>
          </ac:picMkLst>
        </pc:picChg>
        <pc:picChg chg="add mod ord">
          <ac:chgData name="David CLOUSIER" userId="768240c1-c1f0-4ea5-ba36-477fb0372b02" providerId="ADAL" clId="{CA5A136D-3B77-4157-88EA-9B5DC776E31F}" dt="2025-11-14T12:24:17.879" v="73" actId="1076"/>
          <ac:picMkLst>
            <pc:docMk/>
            <pc:sldMk cId="3394204605" sldId="258"/>
            <ac:picMk id="5" creationId="{84336198-50EF-FFE0-DCAE-709610CF0A21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090522448" sldId="259"/>
        </pc:sldMkLst>
        <pc:spChg chg="mod">
          <ac:chgData name="David CLOUSIER" userId="768240c1-c1f0-4ea5-ba36-477fb0372b02" providerId="ADAL" clId="{CA5A136D-3B77-4157-88EA-9B5DC776E31F}" dt="2025-11-14T12:24:56.032" v="76" actId="207"/>
          <ac:spMkLst>
            <pc:docMk/>
            <pc:sldMk cId="2090522448" sldId="259"/>
            <ac:spMk id="2" creationId="{1CBC0978-77A7-FE59-A2F0-00F6723AC64D}"/>
          </ac:spMkLst>
        </pc:spChg>
        <pc:picChg chg="mod ord">
          <ac:chgData name="David CLOUSIER" userId="768240c1-c1f0-4ea5-ba36-477fb0372b02" providerId="ADAL" clId="{CA5A136D-3B77-4157-88EA-9B5DC776E31F}" dt="2025-11-14T12:25:47.319" v="93" actId="14100"/>
          <ac:picMkLst>
            <pc:docMk/>
            <pc:sldMk cId="2090522448" sldId="259"/>
            <ac:picMk id="4" creationId="{29745990-553C-14C4-C7E3-6C43485CEF8F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626188335" sldId="260"/>
        </pc:sldMkLst>
        <pc:spChg chg="mod">
          <ac:chgData name="David CLOUSIER" userId="768240c1-c1f0-4ea5-ba36-477fb0372b02" providerId="ADAL" clId="{CA5A136D-3B77-4157-88EA-9B5DC776E31F}" dt="2025-11-14T12:25:13.856" v="83" actId="207"/>
          <ac:spMkLst>
            <pc:docMk/>
            <pc:sldMk cId="2626188335" sldId="260"/>
            <ac:spMk id="2" creationId="{E432E2A6-AC35-8DCE-9CC4-CAD9DFB7EFA5}"/>
          </ac:spMkLst>
        </pc:spChg>
        <pc:picChg chg="mod ord">
          <ac:chgData name="David CLOUSIER" userId="768240c1-c1f0-4ea5-ba36-477fb0372b02" providerId="ADAL" clId="{CA5A136D-3B77-4157-88EA-9B5DC776E31F}" dt="2025-11-14T12:25:41.671" v="91" actId="14100"/>
          <ac:picMkLst>
            <pc:docMk/>
            <pc:sldMk cId="2626188335" sldId="260"/>
            <ac:picMk id="4" creationId="{4DA1CC83-5206-BE58-0F46-E2A8C0090B1E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1522773915" sldId="261"/>
        </pc:sldMkLst>
        <pc:spChg chg="mod">
          <ac:chgData name="David CLOUSIER" userId="768240c1-c1f0-4ea5-ba36-477fb0372b02" providerId="ADAL" clId="{CA5A136D-3B77-4157-88EA-9B5DC776E31F}" dt="2025-11-14T12:25:29.702" v="88" actId="207"/>
          <ac:spMkLst>
            <pc:docMk/>
            <pc:sldMk cId="1522773915" sldId="261"/>
            <ac:spMk id="2" creationId="{35326718-3575-5641-B71D-7EF28457C227}"/>
          </ac:spMkLst>
        </pc:spChg>
        <pc:picChg chg="mod ord">
          <ac:chgData name="David CLOUSIER" userId="768240c1-c1f0-4ea5-ba36-477fb0372b02" providerId="ADAL" clId="{CA5A136D-3B77-4157-88EA-9B5DC776E31F}" dt="2025-11-14T12:25:38.271" v="90" actId="14100"/>
          <ac:picMkLst>
            <pc:docMk/>
            <pc:sldMk cId="1522773915" sldId="261"/>
            <ac:picMk id="4" creationId="{79A87C96-10A6-E4D8-FEBF-DE309B80E2E3}"/>
          </ac:picMkLst>
        </pc:picChg>
      </pc:sldChg>
      <pc:sldChg chg="addSp delSp modSp mod">
        <pc:chgData name="David CLOUSIER" userId="768240c1-c1f0-4ea5-ba36-477fb0372b02" providerId="ADAL" clId="{CA5A136D-3B77-4157-88EA-9B5DC776E31F}" dt="2025-11-14T12:25:51.481" v="94" actId="1076"/>
        <pc:sldMkLst>
          <pc:docMk/>
          <pc:sldMk cId="4260191992" sldId="262"/>
        </pc:sldMkLst>
        <pc:spChg chg="mod">
          <ac:chgData name="David CLOUSIER" userId="768240c1-c1f0-4ea5-ba36-477fb0372b02" providerId="ADAL" clId="{CA5A136D-3B77-4157-88EA-9B5DC776E31F}" dt="2025-11-14T12:24:22.272" v="74" actId="1076"/>
          <ac:spMkLst>
            <pc:docMk/>
            <pc:sldMk cId="4260191992" sldId="262"/>
            <ac:spMk id="4" creationId="{E6201F68-253E-7A24-AE10-2AF501F44104}"/>
          </ac:spMkLst>
        </pc:spChg>
        <pc:picChg chg="del mod">
          <ac:chgData name="David CLOUSIER" userId="768240c1-c1f0-4ea5-ba36-477fb0372b02" providerId="ADAL" clId="{CA5A136D-3B77-4157-88EA-9B5DC776E31F}" dt="2025-11-14T12:23:03.183" v="47" actId="478"/>
          <ac:picMkLst>
            <pc:docMk/>
            <pc:sldMk cId="4260191992" sldId="262"/>
            <ac:picMk id="3" creationId="{1E195B2C-4136-46E6-671C-9CB75D1AE2E7}"/>
          </ac:picMkLst>
        </pc:picChg>
        <pc:picChg chg="add mod ord">
          <ac:chgData name="David CLOUSIER" userId="768240c1-c1f0-4ea5-ba36-477fb0372b02" providerId="ADAL" clId="{CA5A136D-3B77-4157-88EA-9B5DC776E31F}" dt="2025-11-14T12:25:51.481" v="94" actId="1076"/>
          <ac:picMkLst>
            <pc:docMk/>
            <pc:sldMk cId="4260191992" sldId="262"/>
            <ac:picMk id="5" creationId="{7259F870-464B-9419-6C85-DFFC837F7B0E}"/>
          </ac:picMkLst>
        </pc:picChg>
      </pc:sldChg>
      <pc:sldChg chg="modSp mod">
        <pc:chgData name="David CLOUSIER" userId="768240c1-c1f0-4ea5-ba36-477fb0372b02" providerId="ADAL" clId="{CA5A136D-3B77-4157-88EA-9B5DC776E31F}" dt="2025-11-14T12:36:09.387" v="370" actId="1076"/>
        <pc:sldMkLst>
          <pc:docMk/>
          <pc:sldMk cId="2038877534" sldId="265"/>
        </pc:sldMkLst>
        <pc:spChg chg="mod">
          <ac:chgData name="David CLOUSIER" userId="768240c1-c1f0-4ea5-ba36-477fb0372b02" providerId="ADAL" clId="{CA5A136D-3B77-4157-88EA-9B5DC776E31F}" dt="2025-11-14T12:35:22.612" v="350" actId="1076"/>
          <ac:spMkLst>
            <pc:docMk/>
            <pc:sldMk cId="2038877534" sldId="265"/>
            <ac:spMk id="2" creationId="{A7342DBE-D323-40D1-203B-7E14D1934799}"/>
          </ac:spMkLst>
        </pc:spChg>
        <pc:graphicFrameChg chg="mod modGraphic">
          <ac:chgData name="David CLOUSIER" userId="768240c1-c1f0-4ea5-ba36-477fb0372b02" providerId="ADAL" clId="{CA5A136D-3B77-4157-88EA-9B5DC776E31F}" dt="2025-11-14T12:36:09.387" v="370" actId="1076"/>
          <ac:graphicFrameMkLst>
            <pc:docMk/>
            <pc:sldMk cId="2038877534" sldId="265"/>
            <ac:graphicFrameMk id="5" creationId="{A503EEAC-D6B0-769E-C999-2EAA3B0348AC}"/>
          </ac:graphicFrameMkLst>
        </pc:graphicFrameChg>
      </pc:sldChg>
      <pc:sldChg chg="addSp delSp modSp mod">
        <pc:chgData name="David CLOUSIER" userId="768240c1-c1f0-4ea5-ba36-477fb0372b02" providerId="ADAL" clId="{CA5A136D-3B77-4157-88EA-9B5DC776E31F}" dt="2025-11-14T12:14:08.346" v="42" actId="164"/>
        <pc:sldMkLst>
          <pc:docMk/>
          <pc:sldMk cId="2131562667" sldId="268"/>
        </pc:sldMkLst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3" creationId="{7B0147BF-A519-F5B0-990A-0EC765753D73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4" creationId="{B1467094-7648-6988-3741-3FCC210D843C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5" creationId="{1E93D582-B447-7559-8A46-9230B094F35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6" creationId="{D55BD84C-8B53-B174-6BB7-FE72BBC3459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7" creationId="{26EF984F-3F50-6C4F-6B0D-3A66264AF96A}"/>
          </ac:spMkLst>
        </pc:spChg>
        <pc:grpChg chg="add del mod">
          <ac:chgData name="David CLOUSIER" userId="768240c1-c1f0-4ea5-ba36-477fb0372b02" providerId="ADAL" clId="{CA5A136D-3B77-4157-88EA-9B5DC776E31F}" dt="2025-11-14T12:14:08.346" v="42" actId="164"/>
          <ac:grpSpMkLst>
            <pc:docMk/>
            <pc:sldMk cId="2131562667" sldId="268"/>
            <ac:grpSpMk id="68" creationId="{98FCA504-BD2E-4C70-18DD-5F2CC5B42916}"/>
          </ac:grpSpMkLst>
        </pc:grpChg>
        <pc:cxnChg chg="add del mod">
          <ac:chgData name="David CLOUSIER" userId="768240c1-c1f0-4ea5-ba36-477fb0372b02" providerId="ADAL" clId="{CA5A136D-3B77-4157-88EA-9B5DC776E31F}" dt="2025-11-14T12:13:11.839" v="15" actId="14100"/>
          <ac:cxnSpMkLst>
            <pc:docMk/>
            <pc:sldMk cId="2131562667" sldId="268"/>
            <ac:cxnSpMk id="48" creationId="{4953AA89-E760-CCBF-D1E1-3D99229119CD}"/>
          </ac:cxnSpMkLst>
        </pc:cxnChg>
      </pc:sldChg>
      <pc:sldChg chg="modSp mod">
        <pc:chgData name="David CLOUSIER" userId="768240c1-c1f0-4ea5-ba36-477fb0372b02" providerId="ADAL" clId="{CA5A136D-3B77-4157-88EA-9B5DC776E31F}" dt="2025-11-14T12:36:27.951" v="374" actId="20577"/>
        <pc:sldMkLst>
          <pc:docMk/>
          <pc:sldMk cId="1200049370" sldId="272"/>
        </pc:sldMkLst>
        <pc:spChg chg="mod">
          <ac:chgData name="David CLOUSIER" userId="768240c1-c1f0-4ea5-ba36-477fb0372b02" providerId="ADAL" clId="{CA5A136D-3B77-4157-88EA-9B5DC776E31F}" dt="2025-11-14T12:36:27.951" v="374" actId="20577"/>
          <ac:spMkLst>
            <pc:docMk/>
            <pc:sldMk cId="1200049370" sldId="272"/>
            <ac:spMk id="57" creationId="{60BF8CF9-B44F-9B89-905E-7FA36829BFE4}"/>
          </ac:spMkLst>
        </pc:spChg>
      </pc:sldChg>
      <pc:sldChg chg="modSp mod">
        <pc:chgData name="David CLOUSIER" userId="768240c1-c1f0-4ea5-ba36-477fb0372b02" providerId="ADAL" clId="{CA5A136D-3B77-4157-88EA-9B5DC776E31F}" dt="2025-11-14T12:32:10.166" v="261" actId="20577"/>
        <pc:sldMkLst>
          <pc:docMk/>
          <pc:sldMk cId="3661261013" sldId="273"/>
        </pc:sldMkLst>
        <pc:spChg chg="mod">
          <ac:chgData name="David CLOUSIER" userId="768240c1-c1f0-4ea5-ba36-477fb0372b02" providerId="ADAL" clId="{CA5A136D-3B77-4157-88EA-9B5DC776E31F}" dt="2025-11-14T12:32:10.166" v="261" actId="20577"/>
          <ac:spMkLst>
            <pc:docMk/>
            <pc:sldMk cId="3661261013" sldId="273"/>
            <ac:spMk id="3" creationId="{A0D71BD5-8F35-5E04-ED5C-9CCA868C1067}"/>
          </ac:spMkLst>
        </pc:spChg>
      </pc:sldChg>
      <pc:sldChg chg="del">
        <pc:chgData name="David CLOUSIER" userId="768240c1-c1f0-4ea5-ba36-477fb0372b02" providerId="ADAL" clId="{CA5A136D-3B77-4157-88EA-9B5DC776E31F}" dt="2025-11-14T12:23:33.243" v="52" actId="2696"/>
        <pc:sldMkLst>
          <pc:docMk/>
          <pc:sldMk cId="364705490" sldId="275"/>
        </pc:sldMkLst>
      </pc:sldChg>
      <pc:sldChg chg="addSp modSp new mod">
        <pc:chgData name="David CLOUSIER" userId="768240c1-c1f0-4ea5-ba36-477fb0372b02" providerId="ADAL" clId="{CA5A136D-3B77-4157-88EA-9B5DC776E31F}" dt="2025-11-14T12:39:02.398" v="509" actId="20577"/>
        <pc:sldMkLst>
          <pc:docMk/>
          <pc:sldMk cId="1165766241" sldId="275"/>
        </pc:sldMkLst>
        <pc:spChg chg="add mod">
          <ac:chgData name="David CLOUSIER" userId="768240c1-c1f0-4ea5-ba36-477fb0372b02" providerId="ADAL" clId="{CA5A136D-3B77-4157-88EA-9B5DC776E31F}" dt="2025-11-14T12:37:15.723" v="392" actId="1076"/>
          <ac:spMkLst>
            <pc:docMk/>
            <pc:sldMk cId="1165766241" sldId="275"/>
            <ac:spMk id="3" creationId="{46A6F563-9CD7-0606-E47E-DCEE73C86966}"/>
          </ac:spMkLst>
        </pc:spChg>
        <pc:spChg chg="add mod">
          <ac:chgData name="David CLOUSIER" userId="768240c1-c1f0-4ea5-ba36-477fb0372b02" providerId="ADAL" clId="{CA5A136D-3B77-4157-88EA-9B5DC776E31F}" dt="2025-11-14T12:37:43.677" v="400" actId="255"/>
          <ac:spMkLst>
            <pc:docMk/>
            <pc:sldMk cId="1165766241" sldId="275"/>
            <ac:spMk id="6" creationId="{EED7A297-481F-C038-7E7F-60DA7758CC41}"/>
          </ac:spMkLst>
        </pc:spChg>
        <pc:spChg chg="add mod">
          <ac:chgData name="David CLOUSIER" userId="768240c1-c1f0-4ea5-ba36-477fb0372b02" providerId="ADAL" clId="{CA5A136D-3B77-4157-88EA-9B5DC776E31F}" dt="2025-11-14T12:38:32.326" v="426" actId="12"/>
          <ac:spMkLst>
            <pc:docMk/>
            <pc:sldMk cId="1165766241" sldId="275"/>
            <ac:spMk id="8" creationId="{84AA6083-BE9E-27C9-A0AC-2EB0544765C7}"/>
          </ac:spMkLst>
        </pc:spChg>
        <pc:spChg chg="add mod">
          <ac:chgData name="David CLOUSIER" userId="768240c1-c1f0-4ea5-ba36-477fb0372b02" providerId="ADAL" clId="{CA5A136D-3B77-4157-88EA-9B5DC776E31F}" dt="2025-11-14T12:39:02.398" v="509" actId="20577"/>
          <ac:spMkLst>
            <pc:docMk/>
            <pc:sldMk cId="1165766241" sldId="275"/>
            <ac:spMk id="9" creationId="{53641335-D01B-0C21-4F2B-800FE29056F0}"/>
          </ac:spMkLst>
        </pc:spChg>
        <pc:grpChg chg="add mod">
          <ac:chgData name="David CLOUSIER" userId="768240c1-c1f0-4ea5-ba36-477fb0372b02" providerId="ADAL" clId="{CA5A136D-3B77-4157-88EA-9B5DC776E31F}" dt="2025-11-14T12:37:44.474" v="401" actId="1076"/>
          <ac:grpSpMkLst>
            <pc:docMk/>
            <pc:sldMk cId="1165766241" sldId="275"/>
            <ac:grpSpMk id="4" creationId="{13F15E3A-37E8-743B-AA1B-76300541C787}"/>
          </ac:grpSpMkLst>
        </pc:grpChg>
        <pc:grpChg chg="add mod">
          <ac:chgData name="David CLOUSIER" userId="768240c1-c1f0-4ea5-ba36-477fb0372b02" providerId="ADAL" clId="{CA5A136D-3B77-4157-88EA-9B5DC776E31F}" dt="2025-11-14T12:37:50.284" v="402" actId="1076"/>
          <ac:grpSpMkLst>
            <pc:docMk/>
            <pc:sldMk cId="1165766241" sldId="275"/>
            <ac:grpSpMk id="7" creationId="{C3463924-2BC4-26E8-B8B4-39517B2713B8}"/>
          </ac:grpSpMkLst>
        </pc:grpChg>
        <pc:picChg chg="add mod">
          <ac:chgData name="David CLOUSIER" userId="768240c1-c1f0-4ea5-ba36-477fb0372b02" providerId="ADAL" clId="{CA5A136D-3B77-4157-88EA-9B5DC776E31F}" dt="2025-11-14T12:36:42.737" v="377" actId="164"/>
          <ac:picMkLst>
            <pc:docMk/>
            <pc:sldMk cId="1165766241" sldId="275"/>
            <ac:picMk id="2" creationId="{D81D1CC2-7577-6177-EBB8-5163B12B4CE7}"/>
          </ac:picMkLst>
        </pc:picChg>
        <pc:picChg chg="add mod">
          <ac:chgData name="David CLOUSIER" userId="768240c1-c1f0-4ea5-ba36-477fb0372b02" providerId="ADAL" clId="{CA5A136D-3B77-4157-88EA-9B5DC776E31F}" dt="2025-11-14T12:37:24.650" v="394" actId="164"/>
          <ac:picMkLst>
            <pc:docMk/>
            <pc:sldMk cId="1165766241" sldId="275"/>
            <ac:picMk id="5" creationId="{6D752E7E-81A7-F0C1-127B-FE5694BA4D08}"/>
          </ac:picMkLst>
        </pc:picChg>
      </pc:sldChg>
      <pc:sldChg chg="addSp delSp modSp new mod ord">
        <pc:chgData name="David CLOUSIER" userId="768240c1-c1f0-4ea5-ba36-477fb0372b02" providerId="ADAL" clId="{CA5A136D-3B77-4157-88EA-9B5DC776E31F}" dt="2025-11-14T12:41:56.451" v="616" actId="1076"/>
        <pc:sldMkLst>
          <pc:docMk/>
          <pc:sldMk cId="1142133561" sldId="276"/>
        </pc:sldMkLst>
        <pc:spChg chg="add mod">
          <ac:chgData name="David CLOUSIER" userId="768240c1-c1f0-4ea5-ba36-477fb0372b02" providerId="ADAL" clId="{CA5A136D-3B77-4157-88EA-9B5DC776E31F}" dt="2025-11-14T12:40:00.399" v="519" actId="255"/>
          <ac:spMkLst>
            <pc:docMk/>
            <pc:sldMk cId="1142133561" sldId="276"/>
            <ac:spMk id="3" creationId="{14AAC288-C695-333D-DC55-1830CCD9F11C}"/>
          </ac:spMkLst>
        </pc:spChg>
        <pc:spChg chg="add mod">
          <ac:chgData name="David CLOUSIER" userId="768240c1-c1f0-4ea5-ba36-477fb0372b02" providerId="ADAL" clId="{CA5A136D-3B77-4157-88EA-9B5DC776E31F}" dt="2025-11-14T12:40:22.732" v="524" actId="1076"/>
          <ac:spMkLst>
            <pc:docMk/>
            <pc:sldMk cId="1142133561" sldId="276"/>
            <ac:spMk id="5" creationId="{DF55796F-071D-62EA-5763-CB767C50ABEB}"/>
          </ac:spMkLst>
        </pc:spChg>
        <pc:spChg chg="add mod">
          <ac:chgData name="David CLOUSIER" userId="768240c1-c1f0-4ea5-ba36-477fb0372b02" providerId="ADAL" clId="{CA5A136D-3B77-4157-88EA-9B5DC776E31F}" dt="2025-11-14T12:41:56.451" v="616" actId="1076"/>
          <ac:spMkLst>
            <pc:docMk/>
            <pc:sldMk cId="1142133561" sldId="276"/>
            <ac:spMk id="7" creationId="{E0AFE446-49B2-DC0C-D125-3743F1402677}"/>
          </ac:spMkLst>
        </pc:spChg>
        <pc:spChg chg="add del mod">
          <ac:chgData name="David CLOUSIER" userId="768240c1-c1f0-4ea5-ba36-477fb0372b02" providerId="ADAL" clId="{CA5A136D-3B77-4157-88EA-9B5DC776E31F}" dt="2025-11-14T12:41:01.377" v="589" actId="478"/>
          <ac:spMkLst>
            <pc:docMk/>
            <pc:sldMk cId="1142133561" sldId="276"/>
            <ac:spMk id="8" creationId="{4E51151C-C519-6690-0C48-587C21F6E6C7}"/>
          </ac:spMkLst>
        </pc:spChg>
        <pc:grpChg chg="add mod">
          <ac:chgData name="David CLOUSIER" userId="768240c1-c1f0-4ea5-ba36-477fb0372b02" providerId="ADAL" clId="{CA5A136D-3B77-4157-88EA-9B5DC776E31F}" dt="2025-11-14T12:40:15.058" v="522" actId="1076"/>
          <ac:grpSpMkLst>
            <pc:docMk/>
            <pc:sldMk cId="1142133561" sldId="276"/>
            <ac:grpSpMk id="6" creationId="{9F4B721B-1728-BC2A-167D-22CE1096E843}"/>
          </ac:grpSpMkLst>
        </pc:grpChg>
        <pc:picChg chg="add mod">
          <ac:chgData name="David CLOUSIER" userId="768240c1-c1f0-4ea5-ba36-477fb0372b02" providerId="ADAL" clId="{CA5A136D-3B77-4157-88EA-9B5DC776E31F}" dt="2025-11-14T12:40:02.676" v="520" actId="1076"/>
          <ac:picMkLst>
            <pc:docMk/>
            <pc:sldMk cId="1142133561" sldId="276"/>
            <ac:picMk id="2" creationId="{04D5BB29-0570-0E8B-EF7A-BEF7E3527FC8}"/>
          </ac:picMkLst>
        </pc:picChg>
        <pc:picChg chg="add mod">
          <ac:chgData name="David CLOUSIER" userId="768240c1-c1f0-4ea5-ba36-477fb0372b02" providerId="ADAL" clId="{CA5A136D-3B77-4157-88EA-9B5DC776E31F}" dt="2025-11-14T12:39:53.148" v="517" actId="164"/>
          <ac:picMkLst>
            <pc:docMk/>
            <pc:sldMk cId="1142133561" sldId="276"/>
            <ac:picMk id="4" creationId="{E4C3CB1A-D15E-4635-FB14-F9EC124CEE01}"/>
          </ac:picMkLst>
        </pc:picChg>
      </pc:sldChg>
      <pc:sldChg chg="addSp modSp add mod">
        <pc:chgData name="David CLOUSIER" userId="768240c1-c1f0-4ea5-ba36-477fb0372b02" providerId="ADAL" clId="{CA5A136D-3B77-4157-88EA-9B5DC776E31F}" dt="2025-11-14T12:44:00.558" v="684" actId="1076"/>
        <pc:sldMkLst>
          <pc:docMk/>
          <pc:sldMk cId="2923220084" sldId="277"/>
        </pc:sldMkLst>
        <pc:spChg chg="add mod">
          <ac:chgData name="David CLOUSIER" userId="768240c1-c1f0-4ea5-ba36-477fb0372b02" providerId="ADAL" clId="{CA5A136D-3B77-4157-88EA-9B5DC776E31F}" dt="2025-11-14T12:44:00.558" v="684" actId="1076"/>
          <ac:spMkLst>
            <pc:docMk/>
            <pc:sldMk cId="2923220084" sldId="277"/>
            <ac:spMk id="2" creationId="{767D7EFB-B85F-5FFC-8553-76B5D315181D}"/>
          </ac:spMkLst>
        </pc:spChg>
        <pc:spChg chg="mod">
          <ac:chgData name="David CLOUSIER" userId="768240c1-c1f0-4ea5-ba36-477fb0372b02" providerId="ADAL" clId="{CA5A136D-3B77-4157-88EA-9B5DC776E31F}" dt="2025-11-14T12:43:26.240" v="642" actId="20577"/>
          <ac:spMkLst>
            <pc:docMk/>
            <pc:sldMk cId="2923220084" sldId="277"/>
            <ac:spMk id="57" creationId="{71B824E1-CABF-89EF-7DE7-765259962A5E}"/>
          </ac:spMkLst>
        </pc:spChg>
      </pc:sldChg>
      <pc:sldChg chg="addSp modSp new mod">
        <pc:chgData name="David CLOUSIER" userId="768240c1-c1f0-4ea5-ba36-477fb0372b02" providerId="ADAL" clId="{CA5A136D-3B77-4157-88EA-9B5DC776E31F}" dt="2025-11-14T12:45:21.962" v="840" actId="1076"/>
        <pc:sldMkLst>
          <pc:docMk/>
          <pc:sldMk cId="3490303408" sldId="278"/>
        </pc:sldMkLst>
        <pc:spChg chg="add mod">
          <ac:chgData name="David CLOUSIER" userId="768240c1-c1f0-4ea5-ba36-477fb0372b02" providerId="ADAL" clId="{CA5A136D-3B77-4157-88EA-9B5DC776E31F}" dt="2025-11-14T12:45:21.962" v="840" actId="1076"/>
          <ac:spMkLst>
            <pc:docMk/>
            <pc:sldMk cId="3490303408" sldId="278"/>
            <ac:spMk id="2" creationId="{CC341507-E763-1D43-59F5-1DFF5C92A6DF}"/>
          </ac:spMkLst>
        </pc:spChg>
        <pc:spChg chg="add mod">
          <ac:chgData name="David CLOUSIER" userId="768240c1-c1f0-4ea5-ba36-477fb0372b02" providerId="ADAL" clId="{CA5A136D-3B77-4157-88EA-9B5DC776E31F}" dt="2025-11-14T12:44:36.510" v="766" actId="20577"/>
          <ac:spMkLst>
            <pc:docMk/>
            <pc:sldMk cId="3490303408" sldId="278"/>
            <ac:spMk id="3" creationId="{1D14D4DB-2AA1-AEB7-9E48-4D06D0C47B56}"/>
          </ac:spMkLst>
        </pc:spChg>
        <pc:spChg chg="add mod">
          <ac:chgData name="David CLOUSIER" userId="768240c1-c1f0-4ea5-ba36-477fb0372b02" providerId="ADAL" clId="{CA5A136D-3B77-4157-88EA-9B5DC776E31F}" dt="2025-11-14T12:44:58.354" v="832" actId="1076"/>
          <ac:spMkLst>
            <pc:docMk/>
            <pc:sldMk cId="3490303408" sldId="278"/>
            <ac:spMk id="4" creationId="{544C09A7-1081-863E-FF0C-BC1B2DB6A345}"/>
          </ac:spMkLst>
        </pc:spChg>
      </pc:sldChg>
      <pc:sldChg chg="modSp add mod">
        <pc:chgData name="David CLOUSIER" userId="768240c1-c1f0-4ea5-ba36-477fb0372b02" providerId="ADAL" clId="{CA5A136D-3B77-4157-88EA-9B5DC776E31F}" dt="2025-11-14T12:45:13.942" v="839" actId="20577"/>
        <pc:sldMkLst>
          <pc:docMk/>
          <pc:sldMk cId="3752830174" sldId="279"/>
        </pc:sldMkLst>
        <pc:spChg chg="mod">
          <ac:chgData name="David CLOUSIER" userId="768240c1-c1f0-4ea5-ba36-477fb0372b02" providerId="ADAL" clId="{CA5A136D-3B77-4157-88EA-9B5DC776E31F}" dt="2025-11-14T12:45:13.942" v="839" actId="20577"/>
          <ac:spMkLst>
            <pc:docMk/>
            <pc:sldMk cId="3752830174" sldId="279"/>
            <ac:spMk id="57" creationId="{E704C30C-E49B-BAC5-299B-9DABFCECAC01}"/>
          </ac:spMkLst>
        </pc:spChg>
      </pc:sldChg>
    </pc:docChg>
  </pc:docChgLst>
</pc:chgInfo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‹#›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itchFamily="2" charset="2"/>
              <a:buChar char="ü"/>
            </a:pPr>
            <a:r>
              <a:rPr lang="en-IE" sz="2800" dirty="0">
                <a:latin typeface="+mj-lt"/>
              </a:rPr>
              <a:t>Assess the future environmental impact of different wastewater treatment technologies in Germany by integrating MFA and prospective LCA approaches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IE" sz="2800" dirty="0">
                <a:latin typeface="+mj-lt"/>
              </a:rPr>
              <a:t>Model the impact of Chemical of Emerging Concern (CEC) in the same context</a:t>
            </a:r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481360" y="974906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373125"/>
              </p:ext>
            </p:extLst>
          </p:nvPr>
        </p:nvGraphicFramePr>
        <p:xfrm>
          <a:off x="711200" y="1565529"/>
          <a:ext cx="10591800" cy="476326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591733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480734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6519333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High environmental policy (SSP2_PkBudg650)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 Low environmental </a:t>
                      </a:r>
                      <a:r>
                        <a:rPr lang="en-US" sz="2000" kern="100" dirty="0">
                          <a:effectLst/>
                          <a:latin typeface="+mj-lt"/>
                        </a:rPr>
                        <a:t>policy (SSP2_NPi)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Time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 | 2035 | 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Water 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Advanced oxidizing process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Ozonation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MFA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colored wires&#10;&#10;AI-generated content may be incorrect.">
            <a:extLst>
              <a:ext uri="{FF2B5EF4-FFF2-40B4-BE49-F238E27FC236}">
                <a16:creationId xmlns:a16="http://schemas.microsoft.com/office/drawing/2014/main" id="{7259F870-464B-9419-6C85-DFFC837F7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2802"/>
            <a:ext cx="12192000" cy="38047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55226" y="10155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F15E3A-37E8-743B-AA1B-76300541C787}"/>
              </a:ext>
            </a:extLst>
          </p:cNvPr>
          <p:cNvGrpSpPr/>
          <p:nvPr/>
        </p:nvGrpSpPr>
        <p:grpSpPr>
          <a:xfrm>
            <a:off x="0" y="996915"/>
            <a:ext cx="7755467" cy="2432085"/>
            <a:chOff x="0" y="991033"/>
            <a:chExt cx="12192000" cy="4121742"/>
          </a:xfrm>
        </p:grpSpPr>
        <p:pic>
          <p:nvPicPr>
            <p:cNvPr id="2" name="Picture 1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D81D1CC2-7577-6177-EBB8-5163B12B4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08059"/>
              <a:ext cx="12192000" cy="3804716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6A6F563-9CD7-0606-E47E-DCEE73C86966}"/>
                </a:ext>
              </a:extLst>
            </p:cNvPr>
            <p:cNvSpPr txBox="1"/>
            <p:nvPr/>
          </p:nvSpPr>
          <p:spPr>
            <a:xfrm>
              <a:off x="0" y="991033"/>
              <a:ext cx="7519713" cy="8867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PkBudg650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3463924-2BC4-26E8-B8B4-39517B2713B8}"/>
              </a:ext>
            </a:extLst>
          </p:cNvPr>
          <p:cNvGrpSpPr/>
          <p:nvPr/>
        </p:nvGrpSpPr>
        <p:grpSpPr>
          <a:xfrm>
            <a:off x="0" y="3429000"/>
            <a:ext cx="7289800" cy="2787683"/>
            <a:chOff x="0" y="1015542"/>
            <a:chExt cx="12192000" cy="4122776"/>
          </a:xfrm>
        </p:grpSpPr>
        <p:pic>
          <p:nvPicPr>
            <p:cNvPr id="5" name="Picture 4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6D752E7E-81A7-F0C1-127B-FE5694BA4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1333602"/>
              <a:ext cx="12192000" cy="38047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7A297-481F-C038-7E7F-60DA7758CC41}"/>
                </a:ext>
              </a:extLst>
            </p:cNvPr>
            <p:cNvSpPr txBox="1"/>
            <p:nvPr/>
          </p:nvSpPr>
          <p:spPr>
            <a:xfrm>
              <a:off x="275547" y="1015542"/>
              <a:ext cx="7519713" cy="7738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 err="1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NPi</a:t>
              </a:r>
              <a:endPara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4AA6083-BE9E-27C9-A0AC-2EB0544765C7}"/>
              </a:ext>
            </a:extLst>
          </p:cNvPr>
          <p:cNvSpPr txBox="1"/>
          <p:nvPr/>
        </p:nvSpPr>
        <p:spPr>
          <a:xfrm>
            <a:off x="6878819" y="4690534"/>
            <a:ext cx="3577513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No irrigation use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41335-D01B-0C21-4F2B-800FE29056F0}"/>
              </a:ext>
            </a:extLst>
          </p:cNvPr>
          <p:cNvSpPr txBox="1"/>
          <p:nvPr/>
        </p:nvSpPr>
        <p:spPr>
          <a:xfrm>
            <a:off x="6878818" y="1998713"/>
            <a:ext cx="3577513" cy="7386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65766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3">
            <a:extLst>
              <a:ext uri="{FF2B5EF4-FFF2-40B4-BE49-F238E27FC236}">
                <a16:creationId xmlns:a16="http://schemas.microsoft.com/office/drawing/2014/main" id="{04D5BB29-0570-0E8B-EF7A-BEF7E3527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2750"/>
            <a:ext cx="7878232" cy="23262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AAC288-C695-333D-DC55-1830CCD9F11C}"/>
              </a:ext>
            </a:extLst>
          </p:cNvPr>
          <p:cNvSpPr txBox="1"/>
          <p:nvPr/>
        </p:nvSpPr>
        <p:spPr>
          <a:xfrm>
            <a:off x="265386" y="964742"/>
            <a:ext cx="7519713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4B721B-1728-BC2A-167D-22CE1096E843}"/>
              </a:ext>
            </a:extLst>
          </p:cNvPr>
          <p:cNvGrpSpPr/>
          <p:nvPr/>
        </p:nvGrpSpPr>
        <p:grpSpPr>
          <a:xfrm>
            <a:off x="152400" y="3428999"/>
            <a:ext cx="7878232" cy="2698784"/>
            <a:chOff x="93133" y="3107747"/>
            <a:chExt cx="12192000" cy="3750253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E4C3CB1A-D15E-4635-FB14-F9EC124CE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133" y="3258000"/>
              <a:ext cx="12192000" cy="36000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55796F-071D-62EA-5763-CB767C50ABEB}"/>
                </a:ext>
              </a:extLst>
            </p:cNvPr>
            <p:cNvSpPr txBox="1"/>
            <p:nvPr/>
          </p:nvSpPr>
          <p:spPr>
            <a:xfrm>
              <a:off x="371622" y="3107747"/>
              <a:ext cx="7519714" cy="7270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2045 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0AFE446-49B2-DC0C-D125-3743F1402677}"/>
              </a:ext>
            </a:extLst>
          </p:cNvPr>
          <p:cNvSpPr txBox="1"/>
          <p:nvPr/>
        </p:nvSpPr>
        <p:spPr>
          <a:xfrm>
            <a:off x="7785099" y="3802722"/>
            <a:ext cx="3577513" cy="181588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Globally less quantity, from population loss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Irr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igation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</a:p>
        </p:txBody>
      </p:sp>
    </p:spTree>
    <p:extLst>
      <p:ext uri="{BB962C8B-B14F-4D97-AF65-F5344CB8AC3E}">
        <p14:creationId xmlns:p14="http://schemas.microsoft.com/office/powerpoint/2010/main" val="1142133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4DD96-2A9F-52FF-799F-45633A582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71B824E1-CABF-89EF-7DE7-765259962A5E}"/>
              </a:ext>
            </a:extLst>
          </p:cNvPr>
          <p:cNvSpPr txBox="1"/>
          <p:nvPr/>
        </p:nvSpPr>
        <p:spPr>
          <a:xfrm>
            <a:off x="779737" y="2967335"/>
            <a:ext cx="693339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4. </a:t>
            </a:r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MFA-LCA coupling</a:t>
            </a:r>
            <a:endParaRPr lang="en-US" sz="4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7D7EFB-B85F-5FFC-8553-76B5D315181D}"/>
              </a:ext>
            </a:extLst>
          </p:cNvPr>
          <p:cNvSpPr txBox="1"/>
          <p:nvPr/>
        </p:nvSpPr>
        <p:spPr>
          <a:xfrm>
            <a:off x="1553285" y="4140201"/>
            <a:ext cx="4153248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Our strategy : All in one! </a:t>
            </a:r>
          </a:p>
        </p:txBody>
      </p:sp>
    </p:spTree>
    <p:extLst>
      <p:ext uri="{BB962C8B-B14F-4D97-AF65-F5344CB8AC3E}">
        <p14:creationId xmlns:p14="http://schemas.microsoft.com/office/powerpoint/2010/main" val="2923220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341507-E763-1D43-59F5-1DFF5C92A6DF}"/>
              </a:ext>
            </a:extLst>
          </p:cNvPr>
          <p:cNvSpPr txBox="1"/>
          <p:nvPr/>
        </p:nvSpPr>
        <p:spPr>
          <a:xfrm>
            <a:off x="1621016" y="1058334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recover the flows from the MFA 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14D4DB-2AA1-AEB7-9E48-4D06D0C47B56}"/>
              </a:ext>
            </a:extLst>
          </p:cNvPr>
          <p:cNvSpPr txBox="1"/>
          <p:nvPr/>
        </p:nvSpPr>
        <p:spPr>
          <a:xfrm>
            <a:off x="1621017" y="2480734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link the flows to the LCA inventory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C09A7-1081-863E-FF0C-BC1B2DB6A345}"/>
              </a:ext>
            </a:extLst>
          </p:cNvPr>
          <p:cNvSpPr txBox="1"/>
          <p:nvPr/>
        </p:nvSpPr>
        <p:spPr>
          <a:xfrm>
            <a:off x="1621017" y="3615267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process the LCA through </a:t>
            </a:r>
            <a:r>
              <a:rPr lang="en-US" sz="2400" noProof="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me and scenario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903034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C1AA9-ADC8-E953-AEC5-E0E187241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E704C30C-E49B-BAC5-299B-9DABFCECAC0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5. LCA Results</a:t>
            </a:r>
          </a:p>
        </p:txBody>
      </p:sp>
    </p:spTree>
    <p:extLst>
      <p:ext uri="{BB962C8B-B14F-4D97-AF65-F5344CB8AC3E}">
        <p14:creationId xmlns:p14="http://schemas.microsoft.com/office/powerpoint/2010/main" val="375283017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335</Words>
  <Application>Microsoft Office PowerPoint</Application>
  <PresentationFormat>Widescreen</PresentationFormat>
  <Paragraphs>126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Arial Rounded MT Bold</vt:lpstr>
      <vt:lpstr>Calibri</vt:lpstr>
      <vt:lpstr>Calibri Light</vt:lpstr>
      <vt:lpstr>Wingdings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David CLOUSIER</cp:lastModifiedBy>
  <cp:revision>41</cp:revision>
  <dcterms:created xsi:type="dcterms:W3CDTF">2025-11-13T16:08:56Z</dcterms:created>
  <dcterms:modified xsi:type="dcterms:W3CDTF">2025-11-14T12:45:26Z</dcterms:modified>
</cp:coreProperties>
</file>