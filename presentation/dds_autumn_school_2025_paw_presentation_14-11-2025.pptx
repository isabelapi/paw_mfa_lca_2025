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6_FDED5EF8.xml" ContentType="application/vnd.ms-powerpoint.comments+xml"/>
  <Override PartName="/ppt/comments/modernComment_101_6001014.xml" ContentType="application/vnd.ms-powerpoint.comments+xml"/>
  <Override PartName="/ppt/comments/modernComment_102_CA4F73BD.xml" ContentType="application/vnd.ms-powerpoint.comments+xml"/>
  <Override PartName="/ppt/comments/modernComment_103_7C9AD750.xml" ContentType="application/vnd.ms-powerpoint.comments+xml"/>
  <Override PartName="/ppt/comments/modernComment_104_9C88742F.xml" ContentType="application/vnd.ms-powerpoint.comments+xml"/>
  <Override PartName="/ppt/comments/modernComment_105_5AC3AF9B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3" r:id="rId3"/>
    <p:sldId id="266" r:id="rId4"/>
    <p:sldId id="264" r:id="rId5"/>
    <p:sldId id="265" r:id="rId6"/>
    <p:sldId id="262" r:id="rId7"/>
    <p:sldId id="257" r:id="rId8"/>
    <p:sldId id="258" r:id="rId9"/>
    <p:sldId id="259" r:id="rId10"/>
    <p:sldId id="260" r:id="rId11"/>
    <p:sldId id="261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80"/>
    <p:restoredTop sz="94730"/>
  </p:normalViewPr>
  <p:slideViewPr>
    <p:cSldViewPr snapToGrid="0">
      <p:cViewPr varScale="1">
        <p:scale>
          <a:sx n="114" d="100"/>
          <a:sy n="114" d="100"/>
        </p:scale>
        <p:origin x="4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omments/modernComment_101_600101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0497F89-0A1E-495E-8D86-8ECDB068BF6E}" authorId="{83344440-1645-F163-DD48-EE81A8C93DED}" created="2025-11-13T18:53:00.02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0667412" sldId="257"/>
      <ac:picMk id="14" creationId="{6D96C345-5B47-EEA1-F8C7-D6F20EAAFF8B}"/>
    </ac:deMkLst>
    <p188:txBody>
      <a:bodyPr/>
      <a:lstStyle/>
      <a:p>
        <a:r>
          <a:rPr lang="en-GB"/>
          <a:t>High scenario, summed over everything else</a:t>
        </a:r>
      </a:p>
    </p188:txBody>
  </p188:cm>
</p188:cmLst>
</file>

<file path=ppt/comments/modernComment_102_CA4F73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A99567E-D2E2-4117-A349-2826DF33C5CF}" authorId="{83344440-1645-F163-DD48-EE81A8C93DED}" created="2025-11-13T18:53:16.67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94204605" sldId="258"/>
      <ac:picMk id="3" creationId="{96FD3213-1AEE-D603-F9E2-58B952A3DA24}"/>
    </ac:deMkLst>
    <p188:txBody>
      <a:bodyPr/>
      <a:lstStyle/>
      <a:p>
        <a:r>
          <a:rPr lang="en-GB"/>
          <a:t>Low scenario, summed over everything else</a:t>
        </a:r>
      </a:p>
    </p188:txBody>
  </p188:cm>
</p188:cmLst>
</file>

<file path=ppt/comments/modernComment_103_7C9AD75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A7EADBB-460D-4F05-93AE-0ACD9FCF39B6}" authorId="{83344440-1645-F163-DD48-EE81A8C93DED}" created="2025-11-13T18:53:35.97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90522448" sldId="259"/>
      <ac:picMk id="3" creationId="{AFDB750F-6FB4-7635-C786-8FC851DAA611}"/>
    </ac:deMkLst>
    <p188:txBody>
      <a:bodyPr/>
      <a:lstStyle/>
      <a:p>
        <a:r>
          <a:rPr lang="en-GB"/>
          <a:t>2020 MFA, summed over everything else</a:t>
        </a:r>
      </a:p>
    </p188:txBody>
  </p188:cm>
</p188:cmLst>
</file>

<file path=ppt/comments/modernComment_104_9C88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4147A11-01C7-4D2E-852E-992EC574BF15}" authorId="{83344440-1645-F163-DD48-EE81A8C93DED}" created="2025-11-13T18:54:00.5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6188335" sldId="260"/>
      <ac:picMk id="3" creationId="{1865928E-9A82-7D7F-B570-F36C38BCC06D}"/>
    </ac:deMkLst>
    <p188:txBody>
      <a:bodyPr/>
      <a:lstStyle/>
      <a:p>
        <a:r>
          <a:rPr lang="en-GB"/>
          <a:t>2035 MFA, summed over everything else</a:t>
        </a:r>
      </a:p>
    </p188:txBody>
  </p188:cm>
</p188:cmLst>
</file>

<file path=ppt/comments/modernComment_105_5AC3AF9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E5C627D-3384-45DB-A3CF-B118D1900EE5}" authorId="{83344440-1645-F163-DD48-EE81A8C93DED}" created="2025-11-13T18:54:17.7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522773915" sldId="261"/>
      <ac:picMk id="3" creationId="{BE855E42-AACD-6673-E0BE-465336C2F697}"/>
    </ac:deMkLst>
    <p188:txBody>
      <a:bodyPr/>
      <a:lstStyle/>
      <a:p>
        <a:r>
          <a:rPr lang="en-GB"/>
          <a:t>2045 MFA, summed over everything else</a:t>
        </a:r>
      </a:p>
    </p188:txBody>
  </p188:cm>
</p188:cmLst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FAD41-BC54-AF1F-3017-D93F991E7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20F3BD-6520-E4E2-3E34-B7112CFE1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F972D06-ED50-9E13-056C-62CBDA29A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04BDF9-36F9-0FAD-40E8-EC541E9383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6944B4-5431-FE46-A66A-F27A5A1187E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6418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‹N°›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1_600101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2_CA4F73BD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8/10/relationships/comments" Target="../comments/modernComment_103_7C9AD750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4_9C88742F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5_5AC3AF9B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Context and 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 and discussion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 and perspectives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B8301-76AF-97D0-6800-2E0B6A6B8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7" name="Groupe 496">
            <a:extLst>
              <a:ext uri="{FF2B5EF4-FFF2-40B4-BE49-F238E27FC236}">
                <a16:creationId xmlns:a16="http://schemas.microsoft.com/office/drawing/2014/main" id="{8D542C61-5B7E-FA7F-6ECD-B14C6F06DAD1}"/>
              </a:ext>
            </a:extLst>
          </p:cNvPr>
          <p:cNvGrpSpPr/>
          <p:nvPr/>
        </p:nvGrpSpPr>
        <p:grpSpPr>
          <a:xfrm>
            <a:off x="0" y="174938"/>
            <a:ext cx="12001355" cy="6508123"/>
            <a:chOff x="0" y="349877"/>
            <a:chExt cx="12001355" cy="6508123"/>
          </a:xfrm>
        </p:grpSpPr>
        <p:sp>
          <p:nvSpPr>
            <p:cNvPr id="418" name="Rectangle : coins arrondis 417">
              <a:extLst>
                <a:ext uri="{FF2B5EF4-FFF2-40B4-BE49-F238E27FC236}">
                  <a16:creationId xmlns:a16="http://schemas.microsoft.com/office/drawing/2014/main" id="{CB34C609-890A-94F6-8A41-ADAADB9A256A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1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295" name="Rectangle 294">
              <a:extLst>
                <a:ext uri="{FF2B5EF4-FFF2-40B4-BE49-F238E27FC236}">
                  <a16:creationId xmlns:a16="http://schemas.microsoft.com/office/drawing/2014/main" id="{B2D8F9EF-DF61-E73E-2B8C-A6E3EC582DE5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Rectangle : coins arrondis 99">
              <a:extLst>
                <a:ext uri="{FF2B5EF4-FFF2-40B4-BE49-F238E27FC236}">
                  <a16:creationId xmlns:a16="http://schemas.microsoft.com/office/drawing/2014/main" id="{095FFEEF-4B34-3A3A-77D3-8C34C1C05CDF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2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5309B001-914A-8ED4-4F64-3C40419AE936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ABDAF7A5-2126-1CD5-1FB4-C2C72080E9B2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7" name="Rectangle : coins arrondis 6">
              <a:extLst>
                <a:ext uri="{FF2B5EF4-FFF2-40B4-BE49-F238E27FC236}">
                  <a16:creationId xmlns:a16="http://schemas.microsoft.com/office/drawing/2014/main" id="{A2B01227-F2A0-EFAD-7FBC-A1DA9794AAFA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1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DCF373DC-A38D-F3EC-4F8A-49BF3B49A166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BED44790-7290-9527-1A0E-E6FC6888C3E9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2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2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" name="Rectangle : coins arrondis 9">
              <a:extLst>
                <a:ext uri="{FF2B5EF4-FFF2-40B4-BE49-F238E27FC236}">
                  <a16:creationId xmlns:a16="http://schemas.microsoft.com/office/drawing/2014/main" id="{82442D9B-56AB-8489-8270-60EC735D433F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78294EF3-DC01-A71A-5E27-14A84A420979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2" name="Rectangle : coins arrondis 11">
              <a:extLst>
                <a:ext uri="{FF2B5EF4-FFF2-40B4-BE49-F238E27FC236}">
                  <a16:creationId xmlns:a16="http://schemas.microsoft.com/office/drawing/2014/main" id="{4D02F8A3-4EDB-A0EF-4FF1-D57A0B561279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B93C1459-17E1-B226-F5CA-EB2C8B942094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4" name="Rectangle : coins arrondis 13">
              <a:extLst>
                <a:ext uri="{FF2B5EF4-FFF2-40B4-BE49-F238E27FC236}">
                  <a16:creationId xmlns:a16="http://schemas.microsoft.com/office/drawing/2014/main" id="{7E83676A-E8C1-C7EE-A12D-01933056F480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5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6" name="Rectangle : coins arrondis 15">
              <a:extLst>
                <a:ext uri="{FF2B5EF4-FFF2-40B4-BE49-F238E27FC236}">
                  <a16:creationId xmlns:a16="http://schemas.microsoft.com/office/drawing/2014/main" id="{0D91313C-4DA1-115D-6F2C-E7DF7C4993EA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5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7" name="Rectangle : coins arrondis 16">
              <a:extLst>
                <a:ext uri="{FF2B5EF4-FFF2-40B4-BE49-F238E27FC236}">
                  <a16:creationId xmlns:a16="http://schemas.microsoft.com/office/drawing/2014/main" id="{6931D092-921F-B3BC-F9D7-42983B9EC99A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5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8" name="Losange 17">
              <a:extLst>
                <a:ext uri="{FF2B5EF4-FFF2-40B4-BE49-F238E27FC236}">
                  <a16:creationId xmlns:a16="http://schemas.microsoft.com/office/drawing/2014/main" id="{C7A4266B-0F7F-7B10-EA3F-FC93DBA35172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5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Losange 18">
              <a:extLst>
                <a:ext uri="{FF2B5EF4-FFF2-40B4-BE49-F238E27FC236}">
                  <a16:creationId xmlns:a16="http://schemas.microsoft.com/office/drawing/2014/main" id="{DC20C1F5-FB82-E2FC-2C91-85E3C223A16D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3" name="Connecteur en arc 22">
              <a:extLst>
                <a:ext uri="{FF2B5EF4-FFF2-40B4-BE49-F238E27FC236}">
                  <a16:creationId xmlns:a16="http://schemas.microsoft.com/office/drawing/2014/main" id="{4C6F811F-2BE7-1100-6F25-2DE901587C9E}"/>
                </a:ext>
              </a:extLst>
            </p:cNvPr>
            <p:cNvCxnSpPr>
              <a:cxnSpLocks/>
              <a:stCxn id="13" idx="3"/>
              <a:endCxn id="5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26">
              <a:extLst>
                <a:ext uri="{FF2B5EF4-FFF2-40B4-BE49-F238E27FC236}">
                  <a16:creationId xmlns:a16="http://schemas.microsoft.com/office/drawing/2014/main" id="{DB07E28C-7922-A6BC-5B16-6B19D77BB534}"/>
                </a:ext>
              </a:extLst>
            </p:cNvPr>
            <p:cNvCxnSpPr>
              <a:cxnSpLocks/>
              <a:stCxn id="14" idx="3"/>
              <a:endCxn id="6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en arc 41">
              <a:extLst>
                <a:ext uri="{FF2B5EF4-FFF2-40B4-BE49-F238E27FC236}">
                  <a16:creationId xmlns:a16="http://schemas.microsoft.com/office/drawing/2014/main" id="{C2EBE813-B864-BB8B-DF82-9BEA349C362E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en arc 49">
              <a:extLst>
                <a:ext uri="{FF2B5EF4-FFF2-40B4-BE49-F238E27FC236}">
                  <a16:creationId xmlns:a16="http://schemas.microsoft.com/office/drawing/2014/main" id="{D045D39F-F115-9578-45B0-D3A3C9C166C3}"/>
                </a:ext>
              </a:extLst>
            </p:cNvPr>
            <p:cNvCxnSpPr>
              <a:cxnSpLocks/>
              <a:stCxn id="6" idx="3"/>
              <a:endCxn id="12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52">
              <a:extLst>
                <a:ext uri="{FF2B5EF4-FFF2-40B4-BE49-F238E27FC236}">
                  <a16:creationId xmlns:a16="http://schemas.microsoft.com/office/drawing/2014/main" id="{6583A827-9A47-831F-FB95-E179A006F230}"/>
                </a:ext>
              </a:extLst>
            </p:cNvPr>
            <p:cNvCxnSpPr>
              <a:cxnSpLocks/>
              <a:stCxn id="6" idx="3"/>
              <a:endCxn id="11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en arc 55">
              <a:extLst>
                <a:ext uri="{FF2B5EF4-FFF2-40B4-BE49-F238E27FC236}">
                  <a16:creationId xmlns:a16="http://schemas.microsoft.com/office/drawing/2014/main" id="{6657EFB0-E98B-3E9A-CF7F-ED4760403B20}"/>
                </a:ext>
              </a:extLst>
            </p:cNvPr>
            <p:cNvCxnSpPr>
              <a:cxnSpLocks/>
              <a:stCxn id="6" idx="3"/>
              <a:endCxn id="10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en arc 58">
              <a:extLst>
                <a:ext uri="{FF2B5EF4-FFF2-40B4-BE49-F238E27FC236}">
                  <a16:creationId xmlns:a16="http://schemas.microsoft.com/office/drawing/2014/main" id="{873D2A3A-F64E-091A-E08A-31F2477F211F}"/>
                </a:ext>
              </a:extLst>
            </p:cNvPr>
            <p:cNvCxnSpPr>
              <a:cxnSpLocks/>
              <a:stCxn id="6" idx="3"/>
              <a:endCxn id="9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85">
              <a:extLst>
                <a:ext uri="{FF2B5EF4-FFF2-40B4-BE49-F238E27FC236}">
                  <a16:creationId xmlns:a16="http://schemas.microsoft.com/office/drawing/2014/main" id="{00CF774F-AB20-87E9-F293-BCCD10B8A70D}"/>
                </a:ext>
              </a:extLst>
            </p:cNvPr>
            <p:cNvCxnSpPr>
              <a:cxnSpLocks/>
              <a:stCxn id="319" idx="3"/>
              <a:endCxn id="16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89">
              <a:extLst>
                <a:ext uri="{FF2B5EF4-FFF2-40B4-BE49-F238E27FC236}">
                  <a16:creationId xmlns:a16="http://schemas.microsoft.com/office/drawing/2014/main" id="{F3259C03-41D9-194C-5429-1850BC59BE09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Rectangle : coins arrondis 93">
              <a:extLst>
                <a:ext uri="{FF2B5EF4-FFF2-40B4-BE49-F238E27FC236}">
                  <a16:creationId xmlns:a16="http://schemas.microsoft.com/office/drawing/2014/main" id="{0928D478-F006-2E1B-0E40-6AFD0E0E00B5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2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98">
              <a:extLst>
                <a:ext uri="{FF2B5EF4-FFF2-40B4-BE49-F238E27FC236}">
                  <a16:creationId xmlns:a16="http://schemas.microsoft.com/office/drawing/2014/main" id="{8D59B70D-A14E-29A5-05F6-C7F52CAE80B6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2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1" name="Connecteur en arc 100">
              <a:extLst>
                <a:ext uri="{FF2B5EF4-FFF2-40B4-BE49-F238E27FC236}">
                  <a16:creationId xmlns:a16="http://schemas.microsoft.com/office/drawing/2014/main" id="{88F1F057-C598-BE40-82BC-1A275CF5DBF4}"/>
                </a:ext>
              </a:extLst>
            </p:cNvPr>
            <p:cNvCxnSpPr>
              <a:cxnSpLocks/>
              <a:stCxn id="319" idx="3"/>
              <a:endCxn id="17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en arc 107">
              <a:extLst>
                <a:ext uri="{FF2B5EF4-FFF2-40B4-BE49-F238E27FC236}">
                  <a16:creationId xmlns:a16="http://schemas.microsoft.com/office/drawing/2014/main" id="{7F3ED0E1-45A3-7519-C2DD-42CDCF2ED409}"/>
                </a:ext>
              </a:extLst>
            </p:cNvPr>
            <p:cNvCxnSpPr>
              <a:cxnSpLocks/>
              <a:stCxn id="17" idx="3"/>
              <a:endCxn id="94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en arc 112">
              <a:extLst>
                <a:ext uri="{FF2B5EF4-FFF2-40B4-BE49-F238E27FC236}">
                  <a16:creationId xmlns:a16="http://schemas.microsoft.com/office/drawing/2014/main" id="{AD7BAA8D-A6D4-8D10-520B-836EA6724AE4}"/>
                </a:ext>
              </a:extLst>
            </p:cNvPr>
            <p:cNvCxnSpPr>
              <a:cxnSpLocks/>
              <a:stCxn id="9" idx="3"/>
              <a:endCxn id="18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necteur en arc 119">
              <a:extLst>
                <a:ext uri="{FF2B5EF4-FFF2-40B4-BE49-F238E27FC236}">
                  <a16:creationId xmlns:a16="http://schemas.microsoft.com/office/drawing/2014/main" id="{2DDDDE6E-28B3-A31D-C2BE-E3D09F78307D}"/>
                </a:ext>
              </a:extLst>
            </p:cNvPr>
            <p:cNvCxnSpPr>
              <a:cxnSpLocks/>
              <a:stCxn id="10" idx="3"/>
              <a:endCxn id="18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en arc 122">
              <a:extLst>
                <a:ext uri="{FF2B5EF4-FFF2-40B4-BE49-F238E27FC236}">
                  <a16:creationId xmlns:a16="http://schemas.microsoft.com/office/drawing/2014/main" id="{E7EFEA60-7872-8448-17DD-3359BF48AE31}"/>
                </a:ext>
              </a:extLst>
            </p:cNvPr>
            <p:cNvCxnSpPr>
              <a:cxnSpLocks/>
              <a:stCxn id="11" idx="3"/>
              <a:endCxn id="18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eur en arc 125">
              <a:extLst>
                <a:ext uri="{FF2B5EF4-FFF2-40B4-BE49-F238E27FC236}">
                  <a16:creationId xmlns:a16="http://schemas.microsoft.com/office/drawing/2014/main" id="{DA297582-9B73-C038-6854-6F83870C112C}"/>
                </a:ext>
              </a:extLst>
            </p:cNvPr>
            <p:cNvCxnSpPr>
              <a:cxnSpLocks/>
              <a:stCxn id="12" idx="3"/>
              <a:endCxn id="18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eur en arc 129">
              <a:extLst>
                <a:ext uri="{FF2B5EF4-FFF2-40B4-BE49-F238E27FC236}">
                  <a16:creationId xmlns:a16="http://schemas.microsoft.com/office/drawing/2014/main" id="{4327DF78-215C-382D-7E19-8930D600E1DF}"/>
                </a:ext>
              </a:extLst>
            </p:cNvPr>
            <p:cNvCxnSpPr>
              <a:cxnSpLocks/>
              <a:stCxn id="18" idx="2"/>
              <a:endCxn id="99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eur en arc 132">
              <a:extLst>
                <a:ext uri="{FF2B5EF4-FFF2-40B4-BE49-F238E27FC236}">
                  <a16:creationId xmlns:a16="http://schemas.microsoft.com/office/drawing/2014/main" id="{F2E9A15E-B93A-1182-436F-343615F7A8E2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ZoneTexte 135">
              <a:extLst>
                <a:ext uri="{FF2B5EF4-FFF2-40B4-BE49-F238E27FC236}">
                  <a16:creationId xmlns:a16="http://schemas.microsoft.com/office/drawing/2014/main" id="{14A9A593-20FB-B4AF-A658-A4B70FD9A57E}"/>
                </a:ext>
              </a:extLst>
            </p:cNvPr>
            <p:cNvSpPr txBox="1"/>
            <p:nvPr/>
          </p:nvSpPr>
          <p:spPr>
            <a:xfrm>
              <a:off x="1812372" y="1017796"/>
              <a:ext cx="21485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MFA+LCA System</a:t>
              </a:r>
            </a:p>
          </p:txBody>
        </p:sp>
        <p:cxnSp>
          <p:nvCxnSpPr>
            <p:cNvPr id="200" name="Connecteur en arc 199">
              <a:extLst>
                <a:ext uri="{FF2B5EF4-FFF2-40B4-BE49-F238E27FC236}">
                  <a16:creationId xmlns:a16="http://schemas.microsoft.com/office/drawing/2014/main" id="{C79BB39B-3F01-9E67-8D0C-05C058EFAE19}"/>
                </a:ext>
              </a:extLst>
            </p:cNvPr>
            <p:cNvCxnSpPr>
              <a:cxnSpLocks/>
              <a:stCxn id="5" idx="3"/>
              <a:endCxn id="199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Connecteur en arc 236">
              <a:extLst>
                <a:ext uri="{FF2B5EF4-FFF2-40B4-BE49-F238E27FC236}">
                  <a16:creationId xmlns:a16="http://schemas.microsoft.com/office/drawing/2014/main" id="{DE672E08-09FB-4312-34E9-B56C94F31058}"/>
                </a:ext>
              </a:extLst>
            </p:cNvPr>
            <p:cNvCxnSpPr>
              <a:cxnSpLocks/>
              <a:stCxn id="19" idx="3"/>
              <a:endCxn id="94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Rectangle : coins arrondis 260">
              <a:extLst>
                <a:ext uri="{FF2B5EF4-FFF2-40B4-BE49-F238E27FC236}">
                  <a16:creationId xmlns:a16="http://schemas.microsoft.com/office/drawing/2014/main" id="{E7442362-50F7-52B4-DC93-D914AA3046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262" name="Rectangle : coins arrondis 261">
              <a:extLst>
                <a:ext uri="{FF2B5EF4-FFF2-40B4-BE49-F238E27FC236}">
                  <a16:creationId xmlns:a16="http://schemas.microsoft.com/office/drawing/2014/main" id="{BF90E9E7-5099-8D94-E76A-A867CD75FDAC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93" name="Rectangle : coins arrondis 292">
              <a:extLst>
                <a:ext uri="{FF2B5EF4-FFF2-40B4-BE49-F238E27FC236}">
                  <a16:creationId xmlns:a16="http://schemas.microsoft.com/office/drawing/2014/main" id="{4BF7A117-BDB3-2922-E347-C76B185968D5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2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07" name="Rectangle : coins arrondis 306">
              <a:extLst>
                <a:ext uri="{FF2B5EF4-FFF2-40B4-BE49-F238E27FC236}">
                  <a16:creationId xmlns:a16="http://schemas.microsoft.com/office/drawing/2014/main" id="{89A7B9DB-AC67-6646-1865-6177DDBE4A2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5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314" name="Connecteur en arc 313">
              <a:extLst>
                <a:ext uri="{FF2B5EF4-FFF2-40B4-BE49-F238E27FC236}">
                  <a16:creationId xmlns:a16="http://schemas.microsoft.com/office/drawing/2014/main" id="{79764869-C8DA-4FEA-AB78-EE93F18EA46A}"/>
                </a:ext>
              </a:extLst>
            </p:cNvPr>
            <p:cNvCxnSpPr>
              <a:cxnSpLocks/>
              <a:stCxn id="307" idx="0"/>
              <a:endCxn id="8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Losange 318">
              <a:extLst>
                <a:ext uri="{FF2B5EF4-FFF2-40B4-BE49-F238E27FC236}">
                  <a16:creationId xmlns:a16="http://schemas.microsoft.com/office/drawing/2014/main" id="{61B02801-32F7-3624-3E27-FF260E34852E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323" name="Connecteur en arc 322">
              <a:extLst>
                <a:ext uri="{FF2B5EF4-FFF2-40B4-BE49-F238E27FC236}">
                  <a16:creationId xmlns:a16="http://schemas.microsoft.com/office/drawing/2014/main" id="{3A3DD6AF-B233-50C3-09C7-59C6688912E2}"/>
                </a:ext>
              </a:extLst>
            </p:cNvPr>
            <p:cNvCxnSpPr>
              <a:cxnSpLocks/>
              <a:stCxn id="6" idx="2"/>
              <a:endCxn id="31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Losange 337">
              <a:extLst>
                <a:ext uri="{FF2B5EF4-FFF2-40B4-BE49-F238E27FC236}">
                  <a16:creationId xmlns:a16="http://schemas.microsoft.com/office/drawing/2014/main" id="{6E316EAB-7012-1074-CE6E-0C440E9BE724}"/>
                </a:ext>
              </a:extLst>
            </p:cNvPr>
            <p:cNvSpPr/>
            <p:nvPr/>
          </p:nvSpPr>
          <p:spPr>
            <a:xfrm>
              <a:off x="0" y="1360047"/>
              <a:ext cx="1126872" cy="704007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8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54" name="Connecteur en arc 353">
              <a:extLst>
                <a:ext uri="{FF2B5EF4-FFF2-40B4-BE49-F238E27FC236}">
                  <a16:creationId xmlns:a16="http://schemas.microsoft.com/office/drawing/2014/main" id="{93AD98D2-2104-BB28-C6CE-DE2765447CDD}"/>
                </a:ext>
              </a:extLst>
            </p:cNvPr>
            <p:cNvCxnSpPr>
              <a:cxnSpLocks/>
              <a:stCxn id="6" idx="0"/>
              <a:endCxn id="199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Connecteur en arc 364">
              <a:extLst>
                <a:ext uri="{FF2B5EF4-FFF2-40B4-BE49-F238E27FC236}">
                  <a16:creationId xmlns:a16="http://schemas.microsoft.com/office/drawing/2014/main" id="{A00D1D69-9CF0-11B7-02F4-227D22BBF4AD}"/>
                </a:ext>
              </a:extLst>
            </p:cNvPr>
            <p:cNvCxnSpPr>
              <a:cxnSpLocks/>
              <a:stCxn id="7" idx="1"/>
              <a:endCxn id="199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9" name="Rectangle : coins arrondis 198">
              <a:extLst>
                <a:ext uri="{FF2B5EF4-FFF2-40B4-BE49-F238E27FC236}">
                  <a16:creationId xmlns:a16="http://schemas.microsoft.com/office/drawing/2014/main" id="{F9011DAA-F5FB-353D-131D-46346B0B2B4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5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5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74" name="Rectangle : coins arrondis 373">
              <a:extLst>
                <a:ext uri="{FF2B5EF4-FFF2-40B4-BE49-F238E27FC236}">
                  <a16:creationId xmlns:a16="http://schemas.microsoft.com/office/drawing/2014/main" id="{491989F4-50FD-5595-0496-6ECCA5946957}"/>
                </a:ext>
              </a:extLst>
            </p:cNvPr>
            <p:cNvSpPr/>
            <p:nvPr/>
          </p:nvSpPr>
          <p:spPr>
            <a:xfrm>
              <a:off x="316791" y="2125820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5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LCA</a:t>
              </a:r>
              <a:endParaRPr lang="en-US" sz="1050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474" name="Connecteur en arc 473">
              <a:extLst>
                <a:ext uri="{FF2B5EF4-FFF2-40B4-BE49-F238E27FC236}">
                  <a16:creationId xmlns:a16="http://schemas.microsoft.com/office/drawing/2014/main" id="{BB4789D9-935D-BD39-FD6C-BC1A484284FF}"/>
                </a:ext>
              </a:extLst>
            </p:cNvPr>
            <p:cNvCxnSpPr>
              <a:cxnSpLocks/>
              <a:stCxn id="5" idx="3"/>
              <a:endCxn id="18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4542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0AE3C-22BA-EB97-E7FD-4C724C9DD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B6E514E3-2BF3-E6DD-311D-973ACA022B2A}"/>
              </a:ext>
            </a:extLst>
          </p:cNvPr>
          <p:cNvSpPr txBox="1"/>
          <p:nvPr/>
        </p:nvSpPr>
        <p:spPr>
          <a:xfrm>
            <a:off x="557560" y="1271239"/>
            <a:ext cx="31851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System definition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pic>
        <p:nvPicPr>
          <p:cNvPr id="171" name="Image 170">
            <a:extLst>
              <a:ext uri="{FF2B5EF4-FFF2-40B4-BE49-F238E27FC236}">
                <a16:creationId xmlns:a16="http://schemas.microsoft.com/office/drawing/2014/main" id="{0D457CA9-73F5-BC78-2F95-3D73575FE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383" y="1794459"/>
            <a:ext cx="9075234" cy="4930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788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557560" y="1271239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886872"/>
              </p:ext>
            </p:extLst>
          </p:nvPr>
        </p:nvGraphicFramePr>
        <p:xfrm>
          <a:off x="1470524" y="2098929"/>
          <a:ext cx="9250951" cy="266014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765136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643859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4841956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High/low environmental policy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y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years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2020/2035/2045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Type of 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Sludge/water/oxidized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Carrier/CEC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treatment/Advanced oxidizing process/Ozonation/Granular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E195B2C-4136-46E6-671C-9CB75D1AE2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8046"/>
            <a:ext cx="12192000" cy="344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5C4411C-14CA-9CDC-4576-EED7800DE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dirty="0">
                <a:latin typeface="Arial Rounded MT Bold" panose="020F0704030504030204" pitchFamily="34" charset="77"/>
              </a:rPr>
              <a:t> | </a:t>
            </a:r>
            <a:fld id="{11681171-7214-0347-ABE7-0EB6FB806A12}" type="slidenum">
              <a:rPr lang="fr-FR">
                <a:latin typeface="Arial Rounded MT Bold" panose="020F0704030504030204" pitchFamily="34" charset="77"/>
              </a:rPr>
              <a:t>7</a:t>
            </a:fld>
            <a:endParaRPr lang="fr-FR" dirty="0">
              <a:latin typeface="Arial Rounded MT Bold" panose="020F0704030504030204" pitchFamily="34" charset="77"/>
            </a:endParaRPr>
          </a:p>
        </p:txBody>
      </p:sp>
      <p:pic>
        <p:nvPicPr>
          <p:cNvPr id="14" name="Picture 13" descr="A close-up of a graph&#10;&#10;AI-generated content may be incorrect.">
            <a:extLst>
              <a:ext uri="{FF2B5EF4-FFF2-40B4-BE49-F238E27FC236}">
                <a16:creationId xmlns:a16="http://schemas.microsoft.com/office/drawing/2014/main" id="{6D96C345-5B47-EEA1-F8C7-D6F20EAAFF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6741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96FD3213-1AEE-D603-F9E2-58B952A3D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20460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AFDB750F-6FB4-7635-C786-8FC851DAA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52244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different colored lines&#10;&#10;AI-generated content may be incorrect.">
            <a:extLst>
              <a:ext uri="{FF2B5EF4-FFF2-40B4-BE49-F238E27FC236}">
                <a16:creationId xmlns:a16="http://schemas.microsoft.com/office/drawing/2014/main" id="{1865928E-9A82-7D7F-B570-F36C38BCC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883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diagram&#10;&#10;AI-generated content may be incorrect.">
            <a:extLst>
              <a:ext uri="{FF2B5EF4-FFF2-40B4-BE49-F238E27FC236}">
                <a16:creationId xmlns:a16="http://schemas.microsoft.com/office/drawing/2014/main" id="{BE855E42-AACD-6673-E0BE-465336C2F6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26642"/>
            <a:ext cx="12192000" cy="3804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7391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</TotalTime>
  <Words>131</Words>
  <Application>Microsoft Macintosh PowerPoint</Application>
  <PresentationFormat>Grand écran</PresentationFormat>
  <Paragraphs>64</Paragraphs>
  <Slides>11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Arial</vt:lpstr>
      <vt:lpstr>Arial Rounded MT Bold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Mamy</cp:lastModifiedBy>
  <cp:revision>14</cp:revision>
  <dcterms:created xsi:type="dcterms:W3CDTF">2025-11-13T16:08:56Z</dcterms:created>
  <dcterms:modified xsi:type="dcterms:W3CDTF">2025-11-14T09:36:17Z</dcterms:modified>
</cp:coreProperties>
</file>