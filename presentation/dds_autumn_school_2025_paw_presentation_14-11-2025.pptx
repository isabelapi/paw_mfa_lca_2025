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omments/modernComment_106_FDED5EF8.xml" ContentType="application/vnd.ms-powerpoint.comments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63" r:id="rId3"/>
    <p:sldId id="271" r:id="rId4"/>
    <p:sldId id="273" r:id="rId5"/>
    <p:sldId id="274" r:id="rId6"/>
    <p:sldId id="265" r:id="rId7"/>
    <p:sldId id="268" r:id="rId8"/>
    <p:sldId id="269" r:id="rId9"/>
    <p:sldId id="272" r:id="rId10"/>
    <p:sldId id="262" r:id="rId11"/>
    <p:sldId id="275" r:id="rId12"/>
    <p:sldId id="276" r:id="rId13"/>
    <p:sldId id="277" r:id="rId14"/>
    <p:sldId id="278" r:id="rId15"/>
    <p:sldId id="280" r:id="rId16"/>
    <p:sldId id="281" r:id="rId17"/>
    <p:sldId id="282" r:id="rId18"/>
    <p:sldId id="279" r:id="rId19"/>
    <p:sldId id="284" r:id="rId20"/>
    <p:sldId id="285" r:id="rId21"/>
    <p:sldId id="283" r:id="rId2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3344440-1645-F163-DD48-EE81A8C93DED}" name="David CLOUSIER" initials="DC" userId="S::david.clousier@list.lu::768240c1-c1f0-4ea5-ba36-477fb0372b0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D524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85EF977-7F1E-4A7B-AC1E-AF3BB813DE99}" v="40" dt="2025-11-14T12:56:30.05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F2DE63D5-997A-4646-A377-4702673A728D}" styleName="Style léger 2 - Accentuation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725"/>
    <p:restoredTop sz="94730"/>
  </p:normalViewPr>
  <p:slideViewPr>
    <p:cSldViewPr snapToGrid="0">
      <p:cViewPr varScale="1">
        <p:scale>
          <a:sx n="90" d="100"/>
          <a:sy n="90" d="100"/>
        </p:scale>
        <p:origin x="23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Relationship Id="rId30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vid CLOUSIER" userId="768240c1-c1f0-4ea5-ba36-477fb0372b02" providerId="ADAL" clId="{CA5A136D-3B77-4157-88EA-9B5DC776E31F}"/>
    <pc:docChg chg="undo redo custSel addSld delSld modSld sldOrd">
      <pc:chgData name="David CLOUSIER" userId="768240c1-c1f0-4ea5-ba36-477fb0372b02" providerId="ADAL" clId="{CA5A136D-3B77-4157-88EA-9B5DC776E31F}" dt="2025-11-14T13:50:30.733" v="965" actId="20577"/>
      <pc:docMkLst>
        <pc:docMk/>
      </pc:docMkLst>
      <pc:sldChg chg="addSp delSp modSp del mod">
        <pc:chgData name="David CLOUSIER" userId="768240c1-c1f0-4ea5-ba36-477fb0372b02" providerId="ADAL" clId="{CA5A136D-3B77-4157-88EA-9B5DC776E31F}" dt="2025-11-14T12:39:27.615" v="510" actId="2696"/>
        <pc:sldMkLst>
          <pc:docMk/>
          <pc:sldMk cId="100667412" sldId="257"/>
        </pc:sldMkLst>
        <pc:spChg chg="mod">
          <ac:chgData name="David CLOUSIER" userId="768240c1-c1f0-4ea5-ba36-477fb0372b02" providerId="ADAL" clId="{CA5A136D-3B77-4157-88EA-9B5DC776E31F}" dt="2025-11-14T12:24:25.360" v="75" actId="1076"/>
          <ac:spMkLst>
            <pc:docMk/>
            <pc:sldMk cId="100667412" sldId="257"/>
            <ac:spMk id="7" creationId="{9DBA1C52-DD10-6B06-AF85-FEF70BE75194}"/>
          </ac:spMkLst>
        </pc:spChg>
        <pc:picChg chg="add mod ord">
          <ac:chgData name="David CLOUSIER" userId="768240c1-c1f0-4ea5-ba36-477fb0372b02" providerId="ADAL" clId="{CA5A136D-3B77-4157-88EA-9B5DC776E31F}" dt="2025-11-14T12:24:25.360" v="75" actId="1076"/>
          <ac:picMkLst>
            <pc:docMk/>
            <pc:sldMk cId="100667412" sldId="257"/>
            <ac:picMk id="4" creationId="{AE426B8B-85F5-967D-35CD-BBD724430DC3}"/>
          </ac:picMkLst>
        </pc:picChg>
        <pc:picChg chg="del">
          <ac:chgData name="David CLOUSIER" userId="768240c1-c1f0-4ea5-ba36-477fb0372b02" providerId="ADAL" clId="{CA5A136D-3B77-4157-88EA-9B5DC776E31F}" dt="2025-11-14T12:23:40.286" v="57" actId="478"/>
          <ac:picMkLst>
            <pc:docMk/>
            <pc:sldMk cId="100667412" sldId="257"/>
            <ac:picMk id="14" creationId="{6D96C345-5B47-EEA1-F8C7-D6F20EAAFF8B}"/>
          </ac:picMkLst>
        </pc:picChg>
      </pc:sldChg>
      <pc:sldChg chg="addSp delSp modSp del mod">
        <pc:chgData name="David CLOUSIER" userId="768240c1-c1f0-4ea5-ba36-477fb0372b02" providerId="ADAL" clId="{CA5A136D-3B77-4157-88EA-9B5DC776E31F}" dt="2025-11-14T12:39:27.615" v="510" actId="2696"/>
        <pc:sldMkLst>
          <pc:docMk/>
          <pc:sldMk cId="3394204605" sldId="258"/>
        </pc:sldMkLst>
        <pc:spChg chg="mod">
          <ac:chgData name="David CLOUSIER" userId="768240c1-c1f0-4ea5-ba36-477fb0372b02" providerId="ADAL" clId="{CA5A136D-3B77-4157-88EA-9B5DC776E31F}" dt="2025-11-14T12:24:17.879" v="73" actId="1076"/>
          <ac:spMkLst>
            <pc:docMk/>
            <pc:sldMk cId="3394204605" sldId="258"/>
            <ac:spMk id="2" creationId="{EC2310DC-00E0-1304-5DD6-1131E9D81E5F}"/>
          </ac:spMkLst>
        </pc:spChg>
        <pc:picChg chg="del">
          <ac:chgData name="David CLOUSIER" userId="768240c1-c1f0-4ea5-ba36-477fb0372b02" providerId="ADAL" clId="{CA5A136D-3B77-4157-88EA-9B5DC776E31F}" dt="2025-11-14T12:24:04.207" v="68" actId="478"/>
          <ac:picMkLst>
            <pc:docMk/>
            <pc:sldMk cId="3394204605" sldId="258"/>
            <ac:picMk id="3" creationId="{96FD3213-1AEE-D603-F9E2-58B952A3DA24}"/>
          </ac:picMkLst>
        </pc:picChg>
        <pc:picChg chg="add mod ord">
          <ac:chgData name="David CLOUSIER" userId="768240c1-c1f0-4ea5-ba36-477fb0372b02" providerId="ADAL" clId="{CA5A136D-3B77-4157-88EA-9B5DC776E31F}" dt="2025-11-14T12:24:17.879" v="73" actId="1076"/>
          <ac:picMkLst>
            <pc:docMk/>
            <pc:sldMk cId="3394204605" sldId="258"/>
            <ac:picMk id="5" creationId="{84336198-50EF-FFE0-DCAE-709610CF0A21}"/>
          </ac:picMkLst>
        </pc:picChg>
      </pc:sldChg>
      <pc:sldChg chg="modSp del mod">
        <pc:chgData name="David CLOUSIER" userId="768240c1-c1f0-4ea5-ba36-477fb0372b02" providerId="ADAL" clId="{CA5A136D-3B77-4157-88EA-9B5DC776E31F}" dt="2025-11-14T12:42:01.121" v="617" actId="2696"/>
        <pc:sldMkLst>
          <pc:docMk/>
          <pc:sldMk cId="2090522448" sldId="259"/>
        </pc:sldMkLst>
        <pc:spChg chg="mod">
          <ac:chgData name="David CLOUSIER" userId="768240c1-c1f0-4ea5-ba36-477fb0372b02" providerId="ADAL" clId="{CA5A136D-3B77-4157-88EA-9B5DC776E31F}" dt="2025-11-14T12:24:56.032" v="76" actId="207"/>
          <ac:spMkLst>
            <pc:docMk/>
            <pc:sldMk cId="2090522448" sldId="259"/>
            <ac:spMk id="2" creationId="{1CBC0978-77A7-FE59-A2F0-00F6723AC64D}"/>
          </ac:spMkLst>
        </pc:spChg>
        <pc:picChg chg="mod ord">
          <ac:chgData name="David CLOUSIER" userId="768240c1-c1f0-4ea5-ba36-477fb0372b02" providerId="ADAL" clId="{CA5A136D-3B77-4157-88EA-9B5DC776E31F}" dt="2025-11-14T12:25:47.319" v="93" actId="14100"/>
          <ac:picMkLst>
            <pc:docMk/>
            <pc:sldMk cId="2090522448" sldId="259"/>
            <ac:picMk id="4" creationId="{29745990-553C-14C4-C7E3-6C43485CEF8F}"/>
          </ac:picMkLst>
        </pc:picChg>
      </pc:sldChg>
      <pc:sldChg chg="modSp del mod">
        <pc:chgData name="David CLOUSIER" userId="768240c1-c1f0-4ea5-ba36-477fb0372b02" providerId="ADAL" clId="{CA5A136D-3B77-4157-88EA-9B5DC776E31F}" dt="2025-11-14T12:42:01.121" v="617" actId="2696"/>
        <pc:sldMkLst>
          <pc:docMk/>
          <pc:sldMk cId="2626188335" sldId="260"/>
        </pc:sldMkLst>
        <pc:spChg chg="mod">
          <ac:chgData name="David CLOUSIER" userId="768240c1-c1f0-4ea5-ba36-477fb0372b02" providerId="ADAL" clId="{CA5A136D-3B77-4157-88EA-9B5DC776E31F}" dt="2025-11-14T12:25:13.856" v="83" actId="207"/>
          <ac:spMkLst>
            <pc:docMk/>
            <pc:sldMk cId="2626188335" sldId="260"/>
            <ac:spMk id="2" creationId="{E432E2A6-AC35-8DCE-9CC4-CAD9DFB7EFA5}"/>
          </ac:spMkLst>
        </pc:spChg>
        <pc:picChg chg="mod ord">
          <ac:chgData name="David CLOUSIER" userId="768240c1-c1f0-4ea5-ba36-477fb0372b02" providerId="ADAL" clId="{CA5A136D-3B77-4157-88EA-9B5DC776E31F}" dt="2025-11-14T12:25:41.671" v="91" actId="14100"/>
          <ac:picMkLst>
            <pc:docMk/>
            <pc:sldMk cId="2626188335" sldId="260"/>
            <ac:picMk id="4" creationId="{4DA1CC83-5206-BE58-0F46-E2A8C0090B1E}"/>
          </ac:picMkLst>
        </pc:picChg>
      </pc:sldChg>
      <pc:sldChg chg="modSp del mod">
        <pc:chgData name="David CLOUSIER" userId="768240c1-c1f0-4ea5-ba36-477fb0372b02" providerId="ADAL" clId="{CA5A136D-3B77-4157-88EA-9B5DC776E31F}" dt="2025-11-14T12:42:01.121" v="617" actId="2696"/>
        <pc:sldMkLst>
          <pc:docMk/>
          <pc:sldMk cId="1522773915" sldId="261"/>
        </pc:sldMkLst>
        <pc:spChg chg="mod">
          <ac:chgData name="David CLOUSIER" userId="768240c1-c1f0-4ea5-ba36-477fb0372b02" providerId="ADAL" clId="{CA5A136D-3B77-4157-88EA-9B5DC776E31F}" dt="2025-11-14T12:25:29.702" v="88" actId="207"/>
          <ac:spMkLst>
            <pc:docMk/>
            <pc:sldMk cId="1522773915" sldId="261"/>
            <ac:spMk id="2" creationId="{35326718-3575-5641-B71D-7EF28457C227}"/>
          </ac:spMkLst>
        </pc:spChg>
        <pc:picChg chg="mod ord">
          <ac:chgData name="David CLOUSIER" userId="768240c1-c1f0-4ea5-ba36-477fb0372b02" providerId="ADAL" clId="{CA5A136D-3B77-4157-88EA-9B5DC776E31F}" dt="2025-11-14T12:25:38.271" v="90" actId="14100"/>
          <ac:picMkLst>
            <pc:docMk/>
            <pc:sldMk cId="1522773915" sldId="261"/>
            <ac:picMk id="4" creationId="{79A87C96-10A6-E4D8-FEBF-DE309B80E2E3}"/>
          </ac:picMkLst>
        </pc:picChg>
      </pc:sldChg>
      <pc:sldChg chg="addSp delSp modSp mod">
        <pc:chgData name="David CLOUSIER" userId="768240c1-c1f0-4ea5-ba36-477fb0372b02" providerId="ADAL" clId="{CA5A136D-3B77-4157-88EA-9B5DC776E31F}" dt="2025-11-14T12:25:51.481" v="94" actId="1076"/>
        <pc:sldMkLst>
          <pc:docMk/>
          <pc:sldMk cId="4260191992" sldId="262"/>
        </pc:sldMkLst>
        <pc:spChg chg="mod">
          <ac:chgData name="David CLOUSIER" userId="768240c1-c1f0-4ea5-ba36-477fb0372b02" providerId="ADAL" clId="{CA5A136D-3B77-4157-88EA-9B5DC776E31F}" dt="2025-11-14T12:24:22.272" v="74" actId="1076"/>
          <ac:spMkLst>
            <pc:docMk/>
            <pc:sldMk cId="4260191992" sldId="262"/>
            <ac:spMk id="4" creationId="{E6201F68-253E-7A24-AE10-2AF501F44104}"/>
          </ac:spMkLst>
        </pc:spChg>
        <pc:picChg chg="del mod">
          <ac:chgData name="David CLOUSIER" userId="768240c1-c1f0-4ea5-ba36-477fb0372b02" providerId="ADAL" clId="{CA5A136D-3B77-4157-88EA-9B5DC776E31F}" dt="2025-11-14T12:23:03.183" v="47" actId="478"/>
          <ac:picMkLst>
            <pc:docMk/>
            <pc:sldMk cId="4260191992" sldId="262"/>
            <ac:picMk id="3" creationId="{1E195B2C-4136-46E6-671C-9CB75D1AE2E7}"/>
          </ac:picMkLst>
        </pc:picChg>
        <pc:picChg chg="add mod ord">
          <ac:chgData name="David CLOUSIER" userId="768240c1-c1f0-4ea5-ba36-477fb0372b02" providerId="ADAL" clId="{CA5A136D-3B77-4157-88EA-9B5DC776E31F}" dt="2025-11-14T12:25:51.481" v="94" actId="1076"/>
          <ac:picMkLst>
            <pc:docMk/>
            <pc:sldMk cId="4260191992" sldId="262"/>
            <ac:picMk id="5" creationId="{7259F870-464B-9419-6C85-DFFC837F7B0E}"/>
          </ac:picMkLst>
        </pc:picChg>
      </pc:sldChg>
      <pc:sldChg chg="modSp mod">
        <pc:chgData name="David CLOUSIER" userId="768240c1-c1f0-4ea5-ba36-477fb0372b02" providerId="ADAL" clId="{CA5A136D-3B77-4157-88EA-9B5DC776E31F}" dt="2025-11-14T13:50:30.733" v="965" actId="20577"/>
        <pc:sldMkLst>
          <pc:docMk/>
          <pc:sldMk cId="482031180" sldId="263"/>
        </pc:sldMkLst>
        <pc:spChg chg="mod">
          <ac:chgData name="David CLOUSIER" userId="768240c1-c1f0-4ea5-ba36-477fb0372b02" providerId="ADAL" clId="{CA5A136D-3B77-4157-88EA-9B5DC776E31F}" dt="2025-11-14T13:50:30.733" v="965" actId="20577"/>
          <ac:spMkLst>
            <pc:docMk/>
            <pc:sldMk cId="482031180" sldId="263"/>
            <ac:spMk id="4" creationId="{7AFF4E7E-FF8B-7A6A-9E38-17F4300EE873}"/>
          </ac:spMkLst>
        </pc:spChg>
      </pc:sldChg>
      <pc:sldChg chg="modSp mod">
        <pc:chgData name="David CLOUSIER" userId="768240c1-c1f0-4ea5-ba36-477fb0372b02" providerId="ADAL" clId="{CA5A136D-3B77-4157-88EA-9B5DC776E31F}" dt="2025-11-14T12:36:09.387" v="370" actId="1076"/>
        <pc:sldMkLst>
          <pc:docMk/>
          <pc:sldMk cId="2038877534" sldId="265"/>
        </pc:sldMkLst>
        <pc:spChg chg="mod">
          <ac:chgData name="David CLOUSIER" userId="768240c1-c1f0-4ea5-ba36-477fb0372b02" providerId="ADAL" clId="{CA5A136D-3B77-4157-88EA-9B5DC776E31F}" dt="2025-11-14T12:35:22.612" v="350" actId="1076"/>
          <ac:spMkLst>
            <pc:docMk/>
            <pc:sldMk cId="2038877534" sldId="265"/>
            <ac:spMk id="2" creationId="{A7342DBE-D323-40D1-203B-7E14D1934799}"/>
          </ac:spMkLst>
        </pc:spChg>
        <pc:graphicFrameChg chg="mod modGraphic">
          <ac:chgData name="David CLOUSIER" userId="768240c1-c1f0-4ea5-ba36-477fb0372b02" providerId="ADAL" clId="{CA5A136D-3B77-4157-88EA-9B5DC776E31F}" dt="2025-11-14T12:36:09.387" v="370" actId="1076"/>
          <ac:graphicFrameMkLst>
            <pc:docMk/>
            <pc:sldMk cId="2038877534" sldId="265"/>
            <ac:graphicFrameMk id="5" creationId="{A503EEAC-D6B0-769E-C999-2EAA3B0348AC}"/>
          </ac:graphicFrameMkLst>
        </pc:graphicFrameChg>
      </pc:sldChg>
      <pc:sldChg chg="addSp delSp modSp mod">
        <pc:chgData name="David CLOUSIER" userId="768240c1-c1f0-4ea5-ba36-477fb0372b02" providerId="ADAL" clId="{CA5A136D-3B77-4157-88EA-9B5DC776E31F}" dt="2025-11-14T12:14:08.346" v="42" actId="164"/>
        <pc:sldMkLst>
          <pc:docMk/>
          <pc:sldMk cId="2131562667" sldId="268"/>
        </pc:sldMkLst>
        <pc:spChg chg="add mod">
          <ac:chgData name="David CLOUSIER" userId="768240c1-c1f0-4ea5-ba36-477fb0372b02" providerId="ADAL" clId="{CA5A136D-3B77-4157-88EA-9B5DC776E31F}" dt="2025-11-14T12:14:08.346" v="42" actId="164"/>
          <ac:spMkLst>
            <pc:docMk/>
            <pc:sldMk cId="2131562667" sldId="268"/>
            <ac:spMk id="63" creationId="{7B0147BF-A519-F5B0-990A-0EC765753D73}"/>
          </ac:spMkLst>
        </pc:spChg>
        <pc:spChg chg="add mod">
          <ac:chgData name="David CLOUSIER" userId="768240c1-c1f0-4ea5-ba36-477fb0372b02" providerId="ADAL" clId="{CA5A136D-3B77-4157-88EA-9B5DC776E31F}" dt="2025-11-14T12:14:08.346" v="42" actId="164"/>
          <ac:spMkLst>
            <pc:docMk/>
            <pc:sldMk cId="2131562667" sldId="268"/>
            <ac:spMk id="64" creationId="{B1467094-7648-6988-3741-3FCC210D843C}"/>
          </ac:spMkLst>
        </pc:spChg>
        <pc:spChg chg="add mod">
          <ac:chgData name="David CLOUSIER" userId="768240c1-c1f0-4ea5-ba36-477fb0372b02" providerId="ADAL" clId="{CA5A136D-3B77-4157-88EA-9B5DC776E31F}" dt="2025-11-14T12:14:08.346" v="42" actId="164"/>
          <ac:spMkLst>
            <pc:docMk/>
            <pc:sldMk cId="2131562667" sldId="268"/>
            <ac:spMk id="65" creationId="{1E93D582-B447-7559-8A46-9230B094F354}"/>
          </ac:spMkLst>
        </pc:spChg>
        <pc:spChg chg="add mod">
          <ac:chgData name="David CLOUSIER" userId="768240c1-c1f0-4ea5-ba36-477fb0372b02" providerId="ADAL" clId="{CA5A136D-3B77-4157-88EA-9B5DC776E31F}" dt="2025-11-14T12:14:08.346" v="42" actId="164"/>
          <ac:spMkLst>
            <pc:docMk/>
            <pc:sldMk cId="2131562667" sldId="268"/>
            <ac:spMk id="66" creationId="{D55BD84C-8B53-B174-6BB7-FE72BBC34594}"/>
          </ac:spMkLst>
        </pc:spChg>
        <pc:spChg chg="add mod">
          <ac:chgData name="David CLOUSIER" userId="768240c1-c1f0-4ea5-ba36-477fb0372b02" providerId="ADAL" clId="{CA5A136D-3B77-4157-88EA-9B5DC776E31F}" dt="2025-11-14T12:14:08.346" v="42" actId="164"/>
          <ac:spMkLst>
            <pc:docMk/>
            <pc:sldMk cId="2131562667" sldId="268"/>
            <ac:spMk id="67" creationId="{26EF984F-3F50-6C4F-6B0D-3A66264AF96A}"/>
          </ac:spMkLst>
        </pc:spChg>
        <pc:grpChg chg="add del mod">
          <ac:chgData name="David CLOUSIER" userId="768240c1-c1f0-4ea5-ba36-477fb0372b02" providerId="ADAL" clId="{CA5A136D-3B77-4157-88EA-9B5DC776E31F}" dt="2025-11-14T12:14:08.346" v="42" actId="164"/>
          <ac:grpSpMkLst>
            <pc:docMk/>
            <pc:sldMk cId="2131562667" sldId="268"/>
            <ac:grpSpMk id="68" creationId="{98FCA504-BD2E-4C70-18DD-5F2CC5B42916}"/>
          </ac:grpSpMkLst>
        </pc:grpChg>
        <pc:cxnChg chg="add del mod">
          <ac:chgData name="David CLOUSIER" userId="768240c1-c1f0-4ea5-ba36-477fb0372b02" providerId="ADAL" clId="{CA5A136D-3B77-4157-88EA-9B5DC776E31F}" dt="2025-11-14T12:13:11.839" v="15" actId="14100"/>
          <ac:cxnSpMkLst>
            <pc:docMk/>
            <pc:sldMk cId="2131562667" sldId="268"/>
            <ac:cxnSpMk id="48" creationId="{4953AA89-E760-CCBF-D1E1-3D99229119CD}"/>
          </ac:cxnSpMkLst>
        </pc:cxnChg>
      </pc:sldChg>
      <pc:sldChg chg="modSp mod">
        <pc:chgData name="David CLOUSIER" userId="768240c1-c1f0-4ea5-ba36-477fb0372b02" providerId="ADAL" clId="{CA5A136D-3B77-4157-88EA-9B5DC776E31F}" dt="2025-11-14T12:36:27.951" v="374" actId="20577"/>
        <pc:sldMkLst>
          <pc:docMk/>
          <pc:sldMk cId="1200049370" sldId="272"/>
        </pc:sldMkLst>
        <pc:spChg chg="mod">
          <ac:chgData name="David CLOUSIER" userId="768240c1-c1f0-4ea5-ba36-477fb0372b02" providerId="ADAL" clId="{CA5A136D-3B77-4157-88EA-9B5DC776E31F}" dt="2025-11-14T12:36:27.951" v="374" actId="20577"/>
          <ac:spMkLst>
            <pc:docMk/>
            <pc:sldMk cId="1200049370" sldId="272"/>
            <ac:spMk id="57" creationId="{60BF8CF9-B44F-9B89-905E-7FA36829BFE4}"/>
          </ac:spMkLst>
        </pc:spChg>
      </pc:sldChg>
      <pc:sldChg chg="modSp mod">
        <pc:chgData name="David CLOUSIER" userId="768240c1-c1f0-4ea5-ba36-477fb0372b02" providerId="ADAL" clId="{CA5A136D-3B77-4157-88EA-9B5DC776E31F}" dt="2025-11-14T12:32:10.166" v="261" actId="20577"/>
        <pc:sldMkLst>
          <pc:docMk/>
          <pc:sldMk cId="3661261013" sldId="273"/>
        </pc:sldMkLst>
        <pc:spChg chg="mod">
          <ac:chgData name="David CLOUSIER" userId="768240c1-c1f0-4ea5-ba36-477fb0372b02" providerId="ADAL" clId="{CA5A136D-3B77-4157-88EA-9B5DC776E31F}" dt="2025-11-14T12:32:10.166" v="261" actId="20577"/>
          <ac:spMkLst>
            <pc:docMk/>
            <pc:sldMk cId="3661261013" sldId="273"/>
            <ac:spMk id="3" creationId="{A0D71BD5-8F35-5E04-ED5C-9CCA868C1067}"/>
          </ac:spMkLst>
        </pc:spChg>
      </pc:sldChg>
      <pc:sldChg chg="del">
        <pc:chgData name="David CLOUSIER" userId="768240c1-c1f0-4ea5-ba36-477fb0372b02" providerId="ADAL" clId="{CA5A136D-3B77-4157-88EA-9B5DC776E31F}" dt="2025-11-14T12:23:33.243" v="52" actId="2696"/>
        <pc:sldMkLst>
          <pc:docMk/>
          <pc:sldMk cId="364705490" sldId="275"/>
        </pc:sldMkLst>
      </pc:sldChg>
      <pc:sldChg chg="addSp modSp new mod">
        <pc:chgData name="David CLOUSIER" userId="768240c1-c1f0-4ea5-ba36-477fb0372b02" providerId="ADAL" clId="{CA5A136D-3B77-4157-88EA-9B5DC776E31F}" dt="2025-11-14T12:39:02.398" v="509" actId="20577"/>
        <pc:sldMkLst>
          <pc:docMk/>
          <pc:sldMk cId="1165766241" sldId="275"/>
        </pc:sldMkLst>
        <pc:spChg chg="add mod">
          <ac:chgData name="David CLOUSIER" userId="768240c1-c1f0-4ea5-ba36-477fb0372b02" providerId="ADAL" clId="{CA5A136D-3B77-4157-88EA-9B5DC776E31F}" dt="2025-11-14T12:37:15.723" v="392" actId="1076"/>
          <ac:spMkLst>
            <pc:docMk/>
            <pc:sldMk cId="1165766241" sldId="275"/>
            <ac:spMk id="3" creationId="{46A6F563-9CD7-0606-E47E-DCEE73C86966}"/>
          </ac:spMkLst>
        </pc:spChg>
        <pc:spChg chg="add mod">
          <ac:chgData name="David CLOUSIER" userId="768240c1-c1f0-4ea5-ba36-477fb0372b02" providerId="ADAL" clId="{CA5A136D-3B77-4157-88EA-9B5DC776E31F}" dt="2025-11-14T12:37:43.677" v="400" actId="255"/>
          <ac:spMkLst>
            <pc:docMk/>
            <pc:sldMk cId="1165766241" sldId="275"/>
            <ac:spMk id="6" creationId="{EED7A297-481F-C038-7E7F-60DA7758CC41}"/>
          </ac:spMkLst>
        </pc:spChg>
        <pc:spChg chg="add mod">
          <ac:chgData name="David CLOUSIER" userId="768240c1-c1f0-4ea5-ba36-477fb0372b02" providerId="ADAL" clId="{CA5A136D-3B77-4157-88EA-9B5DC776E31F}" dt="2025-11-14T12:38:32.326" v="426" actId="12"/>
          <ac:spMkLst>
            <pc:docMk/>
            <pc:sldMk cId="1165766241" sldId="275"/>
            <ac:spMk id="8" creationId="{84AA6083-BE9E-27C9-A0AC-2EB0544765C7}"/>
          </ac:spMkLst>
        </pc:spChg>
        <pc:spChg chg="add mod">
          <ac:chgData name="David CLOUSIER" userId="768240c1-c1f0-4ea5-ba36-477fb0372b02" providerId="ADAL" clId="{CA5A136D-3B77-4157-88EA-9B5DC776E31F}" dt="2025-11-14T12:39:02.398" v="509" actId="20577"/>
          <ac:spMkLst>
            <pc:docMk/>
            <pc:sldMk cId="1165766241" sldId="275"/>
            <ac:spMk id="9" creationId="{53641335-D01B-0C21-4F2B-800FE29056F0}"/>
          </ac:spMkLst>
        </pc:spChg>
        <pc:grpChg chg="add mod">
          <ac:chgData name="David CLOUSIER" userId="768240c1-c1f0-4ea5-ba36-477fb0372b02" providerId="ADAL" clId="{CA5A136D-3B77-4157-88EA-9B5DC776E31F}" dt="2025-11-14T12:37:44.474" v="401" actId="1076"/>
          <ac:grpSpMkLst>
            <pc:docMk/>
            <pc:sldMk cId="1165766241" sldId="275"/>
            <ac:grpSpMk id="4" creationId="{13F15E3A-37E8-743B-AA1B-76300541C787}"/>
          </ac:grpSpMkLst>
        </pc:grpChg>
        <pc:grpChg chg="add mod">
          <ac:chgData name="David CLOUSIER" userId="768240c1-c1f0-4ea5-ba36-477fb0372b02" providerId="ADAL" clId="{CA5A136D-3B77-4157-88EA-9B5DC776E31F}" dt="2025-11-14T12:37:50.284" v="402" actId="1076"/>
          <ac:grpSpMkLst>
            <pc:docMk/>
            <pc:sldMk cId="1165766241" sldId="275"/>
            <ac:grpSpMk id="7" creationId="{C3463924-2BC4-26E8-B8B4-39517B2713B8}"/>
          </ac:grpSpMkLst>
        </pc:grpChg>
        <pc:picChg chg="add mod">
          <ac:chgData name="David CLOUSIER" userId="768240c1-c1f0-4ea5-ba36-477fb0372b02" providerId="ADAL" clId="{CA5A136D-3B77-4157-88EA-9B5DC776E31F}" dt="2025-11-14T12:36:42.737" v="377" actId="164"/>
          <ac:picMkLst>
            <pc:docMk/>
            <pc:sldMk cId="1165766241" sldId="275"/>
            <ac:picMk id="2" creationId="{D81D1CC2-7577-6177-EBB8-5163B12B4CE7}"/>
          </ac:picMkLst>
        </pc:picChg>
        <pc:picChg chg="add mod">
          <ac:chgData name="David CLOUSIER" userId="768240c1-c1f0-4ea5-ba36-477fb0372b02" providerId="ADAL" clId="{CA5A136D-3B77-4157-88EA-9B5DC776E31F}" dt="2025-11-14T12:37:24.650" v="394" actId="164"/>
          <ac:picMkLst>
            <pc:docMk/>
            <pc:sldMk cId="1165766241" sldId="275"/>
            <ac:picMk id="5" creationId="{6D752E7E-81A7-F0C1-127B-FE5694BA4D08}"/>
          </ac:picMkLst>
        </pc:picChg>
      </pc:sldChg>
      <pc:sldChg chg="addSp delSp modSp new mod ord">
        <pc:chgData name="David CLOUSIER" userId="768240c1-c1f0-4ea5-ba36-477fb0372b02" providerId="ADAL" clId="{CA5A136D-3B77-4157-88EA-9B5DC776E31F}" dt="2025-11-14T12:41:56.451" v="616" actId="1076"/>
        <pc:sldMkLst>
          <pc:docMk/>
          <pc:sldMk cId="1142133561" sldId="276"/>
        </pc:sldMkLst>
        <pc:spChg chg="add mod">
          <ac:chgData name="David CLOUSIER" userId="768240c1-c1f0-4ea5-ba36-477fb0372b02" providerId="ADAL" clId="{CA5A136D-3B77-4157-88EA-9B5DC776E31F}" dt="2025-11-14T12:40:00.399" v="519" actId="255"/>
          <ac:spMkLst>
            <pc:docMk/>
            <pc:sldMk cId="1142133561" sldId="276"/>
            <ac:spMk id="3" creationId="{14AAC288-C695-333D-DC55-1830CCD9F11C}"/>
          </ac:spMkLst>
        </pc:spChg>
        <pc:spChg chg="add mod">
          <ac:chgData name="David CLOUSIER" userId="768240c1-c1f0-4ea5-ba36-477fb0372b02" providerId="ADAL" clId="{CA5A136D-3B77-4157-88EA-9B5DC776E31F}" dt="2025-11-14T12:40:22.732" v="524" actId="1076"/>
          <ac:spMkLst>
            <pc:docMk/>
            <pc:sldMk cId="1142133561" sldId="276"/>
            <ac:spMk id="5" creationId="{DF55796F-071D-62EA-5763-CB767C50ABEB}"/>
          </ac:spMkLst>
        </pc:spChg>
        <pc:spChg chg="add mod">
          <ac:chgData name="David CLOUSIER" userId="768240c1-c1f0-4ea5-ba36-477fb0372b02" providerId="ADAL" clId="{CA5A136D-3B77-4157-88EA-9B5DC776E31F}" dt="2025-11-14T12:41:56.451" v="616" actId="1076"/>
          <ac:spMkLst>
            <pc:docMk/>
            <pc:sldMk cId="1142133561" sldId="276"/>
            <ac:spMk id="7" creationId="{E0AFE446-49B2-DC0C-D125-3743F1402677}"/>
          </ac:spMkLst>
        </pc:spChg>
        <pc:spChg chg="add del mod">
          <ac:chgData name="David CLOUSIER" userId="768240c1-c1f0-4ea5-ba36-477fb0372b02" providerId="ADAL" clId="{CA5A136D-3B77-4157-88EA-9B5DC776E31F}" dt="2025-11-14T12:41:01.377" v="589" actId="478"/>
          <ac:spMkLst>
            <pc:docMk/>
            <pc:sldMk cId="1142133561" sldId="276"/>
            <ac:spMk id="8" creationId="{4E51151C-C519-6690-0C48-587C21F6E6C7}"/>
          </ac:spMkLst>
        </pc:spChg>
        <pc:grpChg chg="add mod">
          <ac:chgData name="David CLOUSIER" userId="768240c1-c1f0-4ea5-ba36-477fb0372b02" providerId="ADAL" clId="{CA5A136D-3B77-4157-88EA-9B5DC776E31F}" dt="2025-11-14T12:40:15.058" v="522" actId="1076"/>
          <ac:grpSpMkLst>
            <pc:docMk/>
            <pc:sldMk cId="1142133561" sldId="276"/>
            <ac:grpSpMk id="6" creationId="{9F4B721B-1728-BC2A-167D-22CE1096E843}"/>
          </ac:grpSpMkLst>
        </pc:grpChg>
        <pc:picChg chg="add mod">
          <ac:chgData name="David CLOUSIER" userId="768240c1-c1f0-4ea5-ba36-477fb0372b02" providerId="ADAL" clId="{CA5A136D-3B77-4157-88EA-9B5DC776E31F}" dt="2025-11-14T12:40:02.676" v="520" actId="1076"/>
          <ac:picMkLst>
            <pc:docMk/>
            <pc:sldMk cId="1142133561" sldId="276"/>
            <ac:picMk id="2" creationId="{04D5BB29-0570-0E8B-EF7A-BEF7E3527FC8}"/>
          </ac:picMkLst>
        </pc:picChg>
        <pc:picChg chg="add mod">
          <ac:chgData name="David CLOUSIER" userId="768240c1-c1f0-4ea5-ba36-477fb0372b02" providerId="ADAL" clId="{CA5A136D-3B77-4157-88EA-9B5DC776E31F}" dt="2025-11-14T12:39:53.148" v="517" actId="164"/>
          <ac:picMkLst>
            <pc:docMk/>
            <pc:sldMk cId="1142133561" sldId="276"/>
            <ac:picMk id="4" creationId="{E4C3CB1A-D15E-4635-FB14-F9EC124CEE01}"/>
          </ac:picMkLst>
        </pc:picChg>
      </pc:sldChg>
      <pc:sldChg chg="addSp modSp add mod">
        <pc:chgData name="David CLOUSIER" userId="768240c1-c1f0-4ea5-ba36-477fb0372b02" providerId="ADAL" clId="{CA5A136D-3B77-4157-88EA-9B5DC776E31F}" dt="2025-11-14T12:44:00.558" v="684" actId="1076"/>
        <pc:sldMkLst>
          <pc:docMk/>
          <pc:sldMk cId="2923220084" sldId="277"/>
        </pc:sldMkLst>
        <pc:spChg chg="add mod">
          <ac:chgData name="David CLOUSIER" userId="768240c1-c1f0-4ea5-ba36-477fb0372b02" providerId="ADAL" clId="{CA5A136D-3B77-4157-88EA-9B5DC776E31F}" dt="2025-11-14T12:44:00.558" v="684" actId="1076"/>
          <ac:spMkLst>
            <pc:docMk/>
            <pc:sldMk cId="2923220084" sldId="277"/>
            <ac:spMk id="2" creationId="{767D7EFB-B85F-5FFC-8553-76B5D315181D}"/>
          </ac:spMkLst>
        </pc:spChg>
        <pc:spChg chg="mod">
          <ac:chgData name="David CLOUSIER" userId="768240c1-c1f0-4ea5-ba36-477fb0372b02" providerId="ADAL" clId="{CA5A136D-3B77-4157-88EA-9B5DC776E31F}" dt="2025-11-14T12:43:26.240" v="642" actId="20577"/>
          <ac:spMkLst>
            <pc:docMk/>
            <pc:sldMk cId="2923220084" sldId="277"/>
            <ac:spMk id="57" creationId="{71B824E1-CABF-89EF-7DE7-765259962A5E}"/>
          </ac:spMkLst>
        </pc:spChg>
      </pc:sldChg>
      <pc:sldChg chg="addSp delSp modSp new mod">
        <pc:chgData name="David CLOUSIER" userId="768240c1-c1f0-4ea5-ba36-477fb0372b02" providerId="ADAL" clId="{CA5A136D-3B77-4157-88EA-9B5DC776E31F}" dt="2025-11-14T12:53:28.089" v="883" actId="207"/>
        <pc:sldMkLst>
          <pc:docMk/>
          <pc:sldMk cId="3490303408" sldId="278"/>
        </pc:sldMkLst>
        <pc:spChg chg="add mod">
          <ac:chgData name="David CLOUSIER" userId="768240c1-c1f0-4ea5-ba36-477fb0372b02" providerId="ADAL" clId="{CA5A136D-3B77-4157-88EA-9B5DC776E31F}" dt="2025-11-14T12:45:21.962" v="840" actId="1076"/>
          <ac:spMkLst>
            <pc:docMk/>
            <pc:sldMk cId="3490303408" sldId="278"/>
            <ac:spMk id="2" creationId="{CC341507-E763-1D43-59F5-1DFF5C92A6DF}"/>
          </ac:spMkLst>
        </pc:spChg>
        <pc:spChg chg="add del mod">
          <ac:chgData name="David CLOUSIER" userId="768240c1-c1f0-4ea5-ba36-477fb0372b02" providerId="ADAL" clId="{CA5A136D-3B77-4157-88EA-9B5DC776E31F}" dt="2025-11-14T12:50:09.036" v="853" actId="21"/>
          <ac:spMkLst>
            <pc:docMk/>
            <pc:sldMk cId="3490303408" sldId="278"/>
            <ac:spMk id="3" creationId="{1D14D4DB-2AA1-AEB7-9E48-4D06D0C47B56}"/>
          </ac:spMkLst>
        </pc:spChg>
        <pc:spChg chg="add del mod">
          <ac:chgData name="David CLOUSIER" userId="768240c1-c1f0-4ea5-ba36-477fb0372b02" providerId="ADAL" clId="{CA5A136D-3B77-4157-88EA-9B5DC776E31F}" dt="2025-11-14T12:50:09.036" v="853" actId="21"/>
          <ac:spMkLst>
            <pc:docMk/>
            <pc:sldMk cId="3490303408" sldId="278"/>
            <ac:spMk id="4" creationId="{544C09A7-1081-863E-FF0C-BC1B2DB6A345}"/>
          </ac:spMkLst>
        </pc:spChg>
        <pc:spChg chg="add del mod">
          <ac:chgData name="David CLOUSIER" userId="768240c1-c1f0-4ea5-ba36-477fb0372b02" providerId="ADAL" clId="{CA5A136D-3B77-4157-88EA-9B5DC776E31F}" dt="2025-11-14T12:49:21.117" v="846"/>
          <ac:spMkLst>
            <pc:docMk/>
            <pc:sldMk cId="3490303408" sldId="278"/>
            <ac:spMk id="6" creationId="{F2157B08-3D89-021F-E91B-8D6E92E1951B}"/>
          </ac:spMkLst>
        </pc:spChg>
        <pc:spChg chg="add del mod">
          <ac:chgData name="David CLOUSIER" userId="768240c1-c1f0-4ea5-ba36-477fb0372b02" providerId="ADAL" clId="{CA5A136D-3B77-4157-88EA-9B5DC776E31F}" dt="2025-11-14T12:52:41.006" v="873" actId="478"/>
          <ac:spMkLst>
            <pc:docMk/>
            <pc:sldMk cId="3490303408" sldId="278"/>
            <ac:spMk id="7" creationId="{BFBBA31B-1C45-8FE9-3FB2-AFF355009FD0}"/>
          </ac:spMkLst>
        </pc:spChg>
        <pc:spChg chg="add mod">
          <ac:chgData name="David CLOUSIER" userId="768240c1-c1f0-4ea5-ba36-477fb0372b02" providerId="ADAL" clId="{CA5A136D-3B77-4157-88EA-9B5DC776E31F}" dt="2025-11-14T12:53:28.089" v="883" actId="207"/>
          <ac:spMkLst>
            <pc:docMk/>
            <pc:sldMk cId="3490303408" sldId="278"/>
            <ac:spMk id="9" creationId="{5BA1A3BC-958B-FAAD-A302-A691113B315F}"/>
          </ac:spMkLst>
        </pc:spChg>
        <pc:graphicFrameChg chg="add mod">
          <ac:chgData name="David CLOUSIER" userId="768240c1-c1f0-4ea5-ba36-477fb0372b02" providerId="ADAL" clId="{CA5A136D-3B77-4157-88EA-9B5DC776E31F}" dt="2025-11-14T12:52:45.137" v="874" actId="1076"/>
          <ac:graphicFrameMkLst>
            <pc:docMk/>
            <pc:sldMk cId="3490303408" sldId="278"/>
            <ac:graphicFrameMk id="5" creationId="{3A4D0051-A094-A579-DA84-F4319B7EADC6}"/>
          </ac:graphicFrameMkLst>
        </pc:graphicFrameChg>
      </pc:sldChg>
      <pc:sldChg chg="modSp add mod ord">
        <pc:chgData name="David CLOUSIER" userId="768240c1-c1f0-4ea5-ba36-477fb0372b02" providerId="ADAL" clId="{CA5A136D-3B77-4157-88EA-9B5DC776E31F}" dt="2025-11-14T12:51:51.620" v="863"/>
        <pc:sldMkLst>
          <pc:docMk/>
          <pc:sldMk cId="3752830174" sldId="279"/>
        </pc:sldMkLst>
        <pc:spChg chg="mod">
          <ac:chgData name="David CLOUSIER" userId="768240c1-c1f0-4ea5-ba36-477fb0372b02" providerId="ADAL" clId="{CA5A136D-3B77-4157-88EA-9B5DC776E31F}" dt="2025-11-14T12:45:13.942" v="839" actId="20577"/>
          <ac:spMkLst>
            <pc:docMk/>
            <pc:sldMk cId="3752830174" sldId="279"/>
            <ac:spMk id="57" creationId="{E704C30C-E49B-BAC5-299B-9DABFCECAC01}"/>
          </ac:spMkLst>
        </pc:spChg>
      </pc:sldChg>
      <pc:sldChg chg="addSp delSp modSp new mod">
        <pc:chgData name="David CLOUSIER" userId="768240c1-c1f0-4ea5-ba36-477fb0372b02" providerId="ADAL" clId="{CA5A136D-3B77-4157-88EA-9B5DC776E31F}" dt="2025-11-14T12:52:49.503" v="875"/>
        <pc:sldMkLst>
          <pc:docMk/>
          <pc:sldMk cId="585818276" sldId="280"/>
        </pc:sldMkLst>
        <pc:spChg chg="add mod">
          <ac:chgData name="David CLOUSIER" userId="768240c1-c1f0-4ea5-ba36-477fb0372b02" providerId="ADAL" clId="{CA5A136D-3B77-4157-88EA-9B5DC776E31F}" dt="2025-11-14T12:52:04.079" v="866" actId="1076"/>
          <ac:spMkLst>
            <pc:docMk/>
            <pc:sldMk cId="585818276" sldId="280"/>
            <ac:spMk id="3" creationId="{1D14D4DB-2AA1-AEB7-9E48-4D06D0C47B56}"/>
          </ac:spMkLst>
        </pc:spChg>
        <pc:spChg chg="add del mod">
          <ac:chgData name="David CLOUSIER" userId="768240c1-c1f0-4ea5-ba36-477fb0372b02" providerId="ADAL" clId="{CA5A136D-3B77-4157-88EA-9B5DC776E31F}" dt="2025-11-14T12:51:53.827" v="864" actId="21"/>
          <ac:spMkLst>
            <pc:docMk/>
            <pc:sldMk cId="585818276" sldId="280"/>
            <ac:spMk id="4" creationId="{544C09A7-1081-863E-FF0C-BC1B2DB6A345}"/>
          </ac:spMkLst>
        </pc:spChg>
        <pc:spChg chg="add mod">
          <ac:chgData name="David CLOUSIER" userId="768240c1-c1f0-4ea5-ba36-477fb0372b02" providerId="ADAL" clId="{CA5A136D-3B77-4157-88EA-9B5DC776E31F}" dt="2025-11-14T12:52:30.399" v="872" actId="207"/>
          <ac:spMkLst>
            <pc:docMk/>
            <pc:sldMk cId="585818276" sldId="280"/>
            <ac:spMk id="5" creationId="{F2CCABB2-2850-E9C0-B3FA-64967D385EDD}"/>
          </ac:spMkLst>
        </pc:spChg>
        <pc:graphicFrameChg chg="add mod">
          <ac:chgData name="David CLOUSIER" userId="768240c1-c1f0-4ea5-ba36-477fb0372b02" providerId="ADAL" clId="{CA5A136D-3B77-4157-88EA-9B5DC776E31F}" dt="2025-11-14T12:52:49.503" v="875"/>
          <ac:graphicFrameMkLst>
            <pc:docMk/>
            <pc:sldMk cId="585818276" sldId="280"/>
            <ac:graphicFrameMk id="6" creationId="{CDF88A83-BD69-D5F3-D69A-E9E82A961EF0}"/>
          </ac:graphicFrameMkLst>
        </pc:graphicFrameChg>
      </pc:sldChg>
      <pc:sldChg chg="addSp modSp new mod">
        <pc:chgData name="David CLOUSIER" userId="768240c1-c1f0-4ea5-ba36-477fb0372b02" providerId="ADAL" clId="{CA5A136D-3B77-4157-88EA-9B5DC776E31F}" dt="2025-11-14T12:56:21.152" v="907" actId="1076"/>
        <pc:sldMkLst>
          <pc:docMk/>
          <pc:sldMk cId="2097520306" sldId="281"/>
        </pc:sldMkLst>
        <pc:spChg chg="add mod">
          <ac:chgData name="David CLOUSIER" userId="768240c1-c1f0-4ea5-ba36-477fb0372b02" providerId="ADAL" clId="{CA5A136D-3B77-4157-88EA-9B5DC776E31F}" dt="2025-11-14T12:56:21.152" v="907" actId="1076"/>
          <ac:spMkLst>
            <pc:docMk/>
            <pc:sldMk cId="2097520306" sldId="281"/>
            <ac:spMk id="4" creationId="{544C09A7-1081-863E-FF0C-BC1B2DB6A345}"/>
          </ac:spMkLst>
        </pc:spChg>
        <pc:spChg chg="add mod">
          <ac:chgData name="David CLOUSIER" userId="768240c1-c1f0-4ea5-ba36-477fb0372b02" providerId="ADAL" clId="{CA5A136D-3B77-4157-88EA-9B5DC776E31F}" dt="2025-11-14T12:56:11.512" v="905" actId="1076"/>
          <ac:spMkLst>
            <pc:docMk/>
            <pc:sldMk cId="2097520306" sldId="281"/>
            <ac:spMk id="5" creationId="{760C16DD-3192-2DAB-39DD-6181D298BD92}"/>
          </ac:spMkLst>
        </pc:spChg>
        <pc:graphicFrameChg chg="add mod">
          <ac:chgData name="David CLOUSIER" userId="768240c1-c1f0-4ea5-ba36-477fb0372b02" providerId="ADAL" clId="{CA5A136D-3B77-4157-88EA-9B5DC776E31F}" dt="2025-11-14T12:55:05.316" v="886"/>
          <ac:graphicFrameMkLst>
            <pc:docMk/>
            <pc:sldMk cId="2097520306" sldId="281"/>
            <ac:graphicFrameMk id="2" creationId="{4FE53039-E081-71F4-F2AC-2ECEFD8F8246}"/>
          </ac:graphicFrameMkLst>
        </pc:graphicFrameChg>
      </pc:sldChg>
      <pc:sldChg chg="addSp delSp modSp add mod">
        <pc:chgData name="David CLOUSIER" userId="768240c1-c1f0-4ea5-ba36-477fb0372b02" providerId="ADAL" clId="{CA5A136D-3B77-4157-88EA-9B5DC776E31F}" dt="2025-11-14T12:57:40.359" v="931" actId="1076"/>
        <pc:sldMkLst>
          <pc:docMk/>
          <pc:sldMk cId="1770003615" sldId="282"/>
        </pc:sldMkLst>
        <pc:spChg chg="add mod">
          <ac:chgData name="David CLOUSIER" userId="768240c1-c1f0-4ea5-ba36-477fb0372b02" providerId="ADAL" clId="{CA5A136D-3B77-4157-88EA-9B5DC776E31F}" dt="2025-11-14T12:56:30.059" v="909"/>
          <ac:spMkLst>
            <pc:docMk/>
            <pc:sldMk cId="1770003615" sldId="282"/>
            <ac:spMk id="3" creationId="{3073C70F-957B-E246-3D20-853982770D96}"/>
          </ac:spMkLst>
        </pc:spChg>
        <pc:spChg chg="del">
          <ac:chgData name="David CLOUSIER" userId="768240c1-c1f0-4ea5-ba36-477fb0372b02" providerId="ADAL" clId="{CA5A136D-3B77-4157-88EA-9B5DC776E31F}" dt="2025-11-14T12:56:29.840" v="908" actId="478"/>
          <ac:spMkLst>
            <pc:docMk/>
            <pc:sldMk cId="1770003615" sldId="282"/>
            <ac:spMk id="4" creationId="{F11662B8-613E-8CB0-232D-CF212CED0989}"/>
          </ac:spMkLst>
        </pc:spChg>
        <pc:spChg chg="add mod">
          <ac:chgData name="David CLOUSIER" userId="768240c1-c1f0-4ea5-ba36-477fb0372b02" providerId="ADAL" clId="{CA5A136D-3B77-4157-88EA-9B5DC776E31F}" dt="2025-11-14T12:57:40.359" v="931" actId="1076"/>
          <ac:spMkLst>
            <pc:docMk/>
            <pc:sldMk cId="1770003615" sldId="282"/>
            <ac:spMk id="6" creationId="{3FC95DF0-5060-7EF6-7C70-965DBA85628E}"/>
          </ac:spMkLst>
        </pc:spChg>
        <pc:graphicFrameChg chg="add mod">
          <ac:chgData name="David CLOUSIER" userId="768240c1-c1f0-4ea5-ba36-477fb0372b02" providerId="ADAL" clId="{CA5A136D-3B77-4157-88EA-9B5DC776E31F}" dt="2025-11-14T12:55:05.960" v="887"/>
          <ac:graphicFrameMkLst>
            <pc:docMk/>
            <pc:sldMk cId="1770003615" sldId="282"/>
            <ac:graphicFrameMk id="2" creationId="{7B219595-0077-AC2B-C04D-0A818FD619AB}"/>
          </ac:graphicFrameMkLst>
        </pc:graphicFrame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Mappe1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Mappe1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Tabelle2!$D$22</c:f>
              <c:strCache>
                <c:ptCount val="1"/>
                <c:pt idx="0">
                  <c:v>water tox/m3 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bg1">
                  <a:lumMod val="5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0622-4107-AACD-5F76FD6B49BB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0622-4107-AACD-5F76FD6B49BB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0622-4107-AACD-5F76FD6B49BB}"/>
              </c:ext>
            </c:extLst>
          </c:dPt>
          <c:cat>
            <c:numRef>
              <c:f>Tabelle2!$B$23:$B$27</c:f>
              <c:numCache>
                <c:formatCode>General</c:formatCode>
                <c:ptCount val="5"/>
                <c:pt idx="0">
                  <c:v>2020</c:v>
                </c:pt>
                <c:pt idx="1">
                  <c:v>2035</c:v>
                </c:pt>
                <c:pt idx="2">
                  <c:v>2035</c:v>
                </c:pt>
                <c:pt idx="3">
                  <c:v>2045</c:v>
                </c:pt>
                <c:pt idx="4">
                  <c:v>2045</c:v>
                </c:pt>
              </c:numCache>
            </c:numRef>
          </c:cat>
          <c:val>
            <c:numRef>
              <c:f>Tabelle2!$D$23:$D$27</c:f>
              <c:numCache>
                <c:formatCode>General</c:formatCode>
                <c:ptCount val="5"/>
                <c:pt idx="0">
                  <c:v>231.513651673711</c:v>
                </c:pt>
                <c:pt idx="1">
                  <c:v>872.80354834780496</c:v>
                </c:pt>
                <c:pt idx="2">
                  <c:v>513.99112606020105</c:v>
                </c:pt>
                <c:pt idx="3">
                  <c:v>1974.79180929114</c:v>
                </c:pt>
                <c:pt idx="4">
                  <c:v>893.88337369446594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0622-4107-AACD-5F76FD6B49B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305710376"/>
        <c:axId val="305704472"/>
      </c:barChart>
      <c:catAx>
        <c:axId val="30571037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305704472"/>
        <c:crosses val="autoZero"/>
        <c:auto val="1"/>
        <c:lblAlgn val="ctr"/>
        <c:lblOffset val="100"/>
        <c:noMultiLvlLbl val="0"/>
      </c:catAx>
      <c:valAx>
        <c:axId val="30570447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30571037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/>
              <a:t>gwp/m3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Tabelle2!$D$22</c:f>
              <c:strCache>
                <c:ptCount val="1"/>
                <c:pt idx="0">
                  <c:v>water tox/m3 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bg1">
                  <a:lumMod val="5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A25F-4303-B67B-7C55C9AC15D0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A25F-4303-B67B-7C55C9AC15D0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A25F-4303-B67B-7C55C9AC15D0}"/>
              </c:ext>
            </c:extLst>
          </c:dPt>
          <c:cat>
            <c:numRef>
              <c:f>Tabelle2!$B$30:$B$34</c:f>
              <c:numCache>
                <c:formatCode>General</c:formatCode>
                <c:ptCount val="5"/>
                <c:pt idx="0">
                  <c:v>2020</c:v>
                </c:pt>
                <c:pt idx="1">
                  <c:v>2035</c:v>
                </c:pt>
                <c:pt idx="2">
                  <c:v>2035</c:v>
                </c:pt>
                <c:pt idx="3">
                  <c:v>2045</c:v>
                </c:pt>
                <c:pt idx="4">
                  <c:v>2045</c:v>
                </c:pt>
              </c:numCache>
            </c:numRef>
          </c:cat>
          <c:val>
            <c:numRef>
              <c:f>Tabelle2!$D$30:$D$34</c:f>
              <c:numCache>
                <c:formatCode>General</c:formatCode>
                <c:ptCount val="5"/>
                <c:pt idx="0">
                  <c:v>7.7231535960817096E-2</c:v>
                </c:pt>
                <c:pt idx="1">
                  <c:v>7.83341973326383E-2</c:v>
                </c:pt>
                <c:pt idx="2">
                  <c:v>4.6627662397980801E-2</c:v>
                </c:pt>
                <c:pt idx="3">
                  <c:v>8.67038261819819E-2</c:v>
                </c:pt>
                <c:pt idx="4">
                  <c:v>3.5538327483524597E-2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A25F-4303-B67B-7C55C9AC15D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305710376"/>
        <c:axId val="305704472"/>
      </c:barChart>
      <c:catAx>
        <c:axId val="30571037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305704472"/>
        <c:crosses val="autoZero"/>
        <c:auto val="1"/>
        <c:lblAlgn val="ctr"/>
        <c:lblOffset val="100"/>
        <c:noMultiLvlLbl val="0"/>
      </c:catAx>
      <c:valAx>
        <c:axId val="30570447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30571037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omments/modernComment_106_FDED5EF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E2F4514-BA01-4FEC-A3FD-2B58B04BB88E}" authorId="{83344440-1645-F163-DD48-EE81A8C93DED}" created="2025-11-13T18:54:53.23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260191992" sldId="262"/>
      <ac:picMk id="3" creationId="{1E195B2C-4136-46E6-671C-9CB75D1AE2E7}"/>
    </ac:deMkLst>
    <p188:txBody>
      <a:bodyPr/>
      <a:lstStyle/>
      <a:p>
        <a:r>
          <a:rPr lang="en-GB"/>
          <a:t>MFA sankey diagram, summed over everything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146035-E467-484C-A45B-E027918AA835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0D929E6-8A8A-7849-B07E-EF3F10F499E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921842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DB32220-B75A-CD75-AF6D-95395D3CF2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1CE33FD-3844-A18D-A3C3-45AC058A37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C656FCF-BC7D-B981-8D47-7E234F408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4F798B2-64F4-B287-DCE4-76DE8E8BD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B561E34-B1DD-8933-E1DC-3AC348B19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902500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C2EE9AA-0C38-DE0E-C9AE-2448A1FF2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EE475EB-5F24-891B-3D5A-6D0C6BDF5D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BF313A9-672F-F4C9-8E6A-788A4B6A0D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4EB8011-798F-13C2-99F6-688E409014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A0263A9-DE07-902E-1BF5-85D0518EC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254736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871D09D-EF37-C019-205E-1079441422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7A02383-203B-E8B1-DEC5-325B5E1554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43E7ADD-FC11-D920-4A92-A8318308C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26F565B-CD92-114C-44D5-75E6455AB6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730E2E2-6088-4B0C-D2AB-66262680B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280843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437222-04BB-FEEC-5B1C-2B7E6DCE6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386D44A-9382-4323-14A1-812CDB79BC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37201B3-0C3C-6B20-3292-E9384B4E9F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77F179E-9E22-BE2F-ECAB-B286BE5A8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600FB7E-F87C-3499-F034-C3DFB57A05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A74F6A3-F5B3-661C-4D54-21AE5EE82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32642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4BB313-C41F-4D53-E867-90F0A95B65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FD2A2F6-B4C4-C442-EB58-223FC96A49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D8A8DFD-5AB9-D841-8983-321BF5637A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FD84FF6A-22A7-2580-F626-0CCB83E32E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74DCFE44-D7B9-E8B6-0C6D-39BDA428011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E3B3E07F-E770-52DF-66E9-853D6D8DA6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790B7F4A-58BE-8FA2-AB61-51E18FDFD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B8D1549E-9DA9-C8BD-19C3-77C69B7E1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04148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412830B-464B-5D1A-B70F-40FCCE07F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65505D01-1F1B-E552-3940-7ECF87EFE5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00829BCA-D5B1-F2D1-951E-204050D5D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8D70D0E-9C60-C86F-A5E4-93D6E855E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491254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BBF35484-1303-E7B5-D4F5-B0D48AF882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FBFAF14-DC17-CA87-FEC5-2453EBDFAD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E310C38-6EF4-2BC2-88A2-710600472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200"/>
            </a:lvl1pPr>
          </a:lstStyle>
          <a:p>
            <a:r>
              <a:rPr lang="fr-FR" dirty="0"/>
              <a:t>| </a:t>
            </a:r>
            <a:fld id="{778F5207-2293-314B-95F1-12759B93D428}" type="slidenum">
              <a:rPr lang="fr-FR" smtClean="0">
                <a:latin typeface="Arial Rounded MT Bold" panose="020F0704030504030204" pitchFamily="34" charset="77"/>
              </a:rPr>
              <a:pPr/>
              <a:t>‹#›</a:t>
            </a:fld>
            <a:r>
              <a:rPr lang="fr-FR" dirty="0"/>
              <a:t>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88EDC293-C216-780E-3A3D-D4644F0D672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2F2ED"/>
              </a:clrFrom>
              <a:clrTo>
                <a:srgbClr val="F2F2ED">
                  <a:alpha val="0"/>
                </a:srgbClr>
              </a:clrTo>
            </a:clrChange>
          </a:blip>
          <a:srcRect l="31106" t="22076" r="33913" b="22493"/>
          <a:stretch>
            <a:fillRect/>
          </a:stretch>
        </p:blipFill>
        <p:spPr>
          <a:xfrm>
            <a:off x="10476367" y="-28398"/>
            <a:ext cx="1276264" cy="1155641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BA8422BC-D2CA-4563-7EC8-C14A1269C8A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39369" y="136525"/>
            <a:ext cx="2125156" cy="825797"/>
          </a:xfrm>
          <a:prstGeom prst="rect">
            <a:avLst/>
          </a:prstGeom>
        </p:spPr>
      </p:pic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E1D1AD85-F868-0BBB-FC09-3A36C05C1D56}"/>
              </a:ext>
            </a:extLst>
          </p:cNvPr>
          <p:cNvCxnSpPr>
            <a:cxnSpLocks/>
            <a:stCxn id="6" idx="3"/>
            <a:endCxn id="5" idx="1"/>
          </p:cNvCxnSpPr>
          <p:nvPr userDrawn="1"/>
        </p:nvCxnSpPr>
        <p:spPr>
          <a:xfrm flipV="1">
            <a:off x="2564525" y="549423"/>
            <a:ext cx="7911842" cy="1"/>
          </a:xfrm>
          <a:prstGeom prst="line">
            <a:avLst/>
          </a:prstGeom>
          <a:ln>
            <a:solidFill>
              <a:srgbClr val="3D524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94387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45B7CF3-5BFA-953C-5A6B-D5E1131F3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5FD73C1-E6BD-F47C-F9EF-FDD7CA9602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02312A3-D97A-0A65-78CB-039DD84A69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B8E5E51-375A-F1B4-0434-3380736BEE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243775F-61F7-1279-9177-2824EC40B8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0F52457-B91A-38ED-9422-BCFE5BC2C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569061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6B064AC-AC6D-F952-D3F7-573556C64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65897318-6B9F-B51F-E657-080AF5081CD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2CE455C-1A13-29EE-16D9-F4379472D0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C9A0911-6D78-FA57-53C6-A9403EF640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898637E-888D-4841-0515-6F77C071C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B2EBFE6-3C63-CD0D-FD0F-98D7D23BA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16183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C1DDA1D-62AD-0BD8-4085-C8F378D51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91667E69-870A-08CF-616C-8BA6A295A3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A9CD500-9AE5-94DD-604F-697BE9A3D4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F6C48C5-3341-FAB8-CE33-FEA0BE9E2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3DC547B-F5AB-FC15-1DAA-35DFD0BBE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295061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9949C522-8F35-761C-1650-8492AD57324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DE1DD47-4FEA-DE44-F39C-595235C913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050B246-A80D-928C-7094-F5FAD0BA28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12EDA3A-CD4D-B1C3-394D-8CCB23A0EE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3835214-EE76-FDBA-EDDE-DC0B8E557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180143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9D2C86AF-46C8-0095-E5B1-72FC2E9B0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054C34C-3D1B-2770-8620-222470971F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F89CE61-C2FC-D81C-2609-0C58C60D48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F9068A8-5188-0F82-99FF-03DA19621B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0D1680F-8B17-8D80-FFE0-7B85353119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275890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microsoft.com/office/2018/10/relationships/comments" Target="../comments/modernComment_106_FDED5EF8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>
            <a:extLst>
              <a:ext uri="{FF2B5EF4-FFF2-40B4-BE49-F238E27FC236}">
                <a16:creationId xmlns:a16="http://schemas.microsoft.com/office/drawing/2014/main" id="{F4F33F2D-1A69-FE07-B8A6-616A195A6935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28857" y="359008"/>
            <a:ext cx="4672065" cy="1815480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CE805C04-ED01-EC0C-6850-92AB32AAB6EA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2F2ED"/>
              </a:clrFrom>
              <a:clrTo>
                <a:srgbClr val="F2F2ED">
                  <a:alpha val="0"/>
                </a:srgbClr>
              </a:clrTo>
            </a:clrChange>
          </a:blip>
          <a:srcRect l="31106" t="22076" r="33913" b="22493"/>
          <a:stretch>
            <a:fillRect/>
          </a:stretch>
        </p:blipFill>
        <p:spPr>
          <a:xfrm>
            <a:off x="9292083" y="242235"/>
            <a:ext cx="2133938" cy="1932254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8064954F-6E6D-7500-2D66-2843A79C4CD9}"/>
              </a:ext>
            </a:extLst>
          </p:cNvPr>
          <p:cNvSpPr txBox="1"/>
          <p:nvPr/>
        </p:nvSpPr>
        <p:spPr>
          <a:xfrm>
            <a:off x="1098696" y="2890391"/>
            <a:ext cx="999460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P</a:t>
            </a:r>
            <a:r>
              <a:rPr lang="fr-FR" sz="2800" dirty="0">
                <a:solidFill>
                  <a:srgbClr val="3D5243"/>
                </a:solidFill>
                <a:latin typeface="+mj-lt"/>
              </a:rPr>
              <a:t>ROSPECTIVE </a:t>
            </a:r>
            <a:r>
              <a:rPr lang="fr-FR" sz="32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A</a:t>
            </a:r>
            <a:r>
              <a:rPr lang="fr-FR" sz="2800" dirty="0">
                <a:solidFill>
                  <a:srgbClr val="3D5243"/>
                </a:solidFill>
                <a:latin typeface="+mj-lt"/>
              </a:rPr>
              <a:t>SSESSEMENT OF </a:t>
            </a:r>
            <a:r>
              <a:rPr lang="fr-FR" sz="32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W</a:t>
            </a:r>
            <a:r>
              <a:rPr lang="fr-FR" sz="2800" dirty="0">
                <a:solidFill>
                  <a:srgbClr val="3D5243"/>
                </a:solidFill>
                <a:latin typeface="+mj-lt"/>
              </a:rPr>
              <a:t>ASTEWATER TREATMENT </a:t>
            </a:r>
          </a:p>
          <a:p>
            <a:pPr algn="ctr"/>
            <a:r>
              <a:rPr lang="fr-FR" sz="2800" dirty="0">
                <a:solidFill>
                  <a:srgbClr val="3D5243"/>
                </a:solidFill>
                <a:latin typeface="+mj-lt"/>
              </a:rPr>
              <a:t>IN GERMANY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4EE27A7C-7424-C6C1-E914-3C3716D6EFAC}"/>
              </a:ext>
            </a:extLst>
          </p:cNvPr>
          <p:cNvSpPr txBox="1"/>
          <p:nvPr/>
        </p:nvSpPr>
        <p:spPr>
          <a:xfrm>
            <a:off x="428857" y="4929332"/>
            <a:ext cx="478991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Group </a:t>
            </a:r>
            <a:r>
              <a:rPr lang="fr-FR" sz="1600" dirty="0" err="1">
                <a:solidFill>
                  <a:srgbClr val="3D5243"/>
                </a:solidFill>
                <a:latin typeface="Arial Rounded MT Bold" panose="020F0704030504030204" pitchFamily="34" charset="77"/>
              </a:rPr>
              <a:t>members</a:t>
            </a:r>
            <a:r>
              <a:rPr lang="fr-FR" sz="16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:</a:t>
            </a: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3D5243"/>
                </a:solidFill>
                <a:latin typeface="+mj-lt"/>
              </a:rPr>
              <a:t>Sabrina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Grüner</a:t>
            </a:r>
            <a:endParaRPr lang="fr-FR" sz="1600" dirty="0">
              <a:solidFill>
                <a:srgbClr val="3D5243"/>
              </a:solidFill>
              <a:latin typeface="+mj-lt"/>
            </a:endParaRP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3D5243"/>
                </a:solidFill>
                <a:latin typeface="+mj-lt"/>
              </a:rPr>
              <a:t>David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Clousier</a:t>
            </a:r>
            <a:endParaRPr lang="fr-FR" sz="1600" dirty="0">
              <a:solidFill>
                <a:srgbClr val="3D5243"/>
              </a:solidFill>
              <a:latin typeface="+mj-lt"/>
            </a:endParaRP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 err="1">
                <a:solidFill>
                  <a:srgbClr val="3D5243"/>
                </a:solidFill>
                <a:latin typeface="+mj-lt"/>
              </a:rPr>
              <a:t>Isabela</a:t>
            </a:r>
            <a:r>
              <a:rPr lang="fr-FR" sz="1600" dirty="0">
                <a:solidFill>
                  <a:srgbClr val="3D5243"/>
                </a:solidFill>
                <a:latin typeface="+mj-lt"/>
              </a:rPr>
              <a:t>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Pichardo</a:t>
            </a:r>
            <a:r>
              <a:rPr lang="fr-FR" sz="1600" dirty="0">
                <a:solidFill>
                  <a:srgbClr val="3D5243"/>
                </a:solidFill>
                <a:latin typeface="+mj-lt"/>
              </a:rPr>
              <a:t>-Velázquez</a:t>
            </a: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3D5243"/>
                </a:solidFill>
                <a:latin typeface="+mj-lt"/>
              </a:rPr>
              <a:t>Matthias Welker</a:t>
            </a: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3D5243"/>
                </a:solidFill>
                <a:latin typeface="+mj-lt"/>
              </a:rPr>
              <a:t>Mamy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Harimisa</a:t>
            </a:r>
            <a:r>
              <a:rPr lang="fr-FR" sz="1600" dirty="0">
                <a:solidFill>
                  <a:srgbClr val="3D5243"/>
                </a:solidFill>
                <a:latin typeface="+mj-lt"/>
              </a:rPr>
              <a:t>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Radanielina</a:t>
            </a:r>
            <a:endParaRPr lang="fr-FR" sz="1600" dirty="0">
              <a:solidFill>
                <a:srgbClr val="3D5243"/>
              </a:solidFill>
              <a:latin typeface="+mj-lt"/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4F88535F-E430-8CE2-1F7E-000347A7E5DA}"/>
              </a:ext>
            </a:extLst>
          </p:cNvPr>
          <p:cNvSpPr txBox="1"/>
          <p:nvPr/>
        </p:nvSpPr>
        <p:spPr>
          <a:xfrm>
            <a:off x="8442604" y="6160438"/>
            <a:ext cx="308377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600" dirty="0" err="1">
                <a:solidFill>
                  <a:srgbClr val="3D5243"/>
                </a:solidFill>
                <a:latin typeface="Arial Rounded MT Bold" panose="020F0704030504030204" pitchFamily="34" charset="77"/>
              </a:rPr>
              <a:t>November</a:t>
            </a:r>
            <a:r>
              <a:rPr lang="fr-FR" sz="16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 14th, 2025 </a:t>
            </a:r>
            <a:endParaRPr lang="fr-FR" sz="1600" dirty="0">
              <a:solidFill>
                <a:srgbClr val="3D5243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6545427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0166E-019F-2F80-CD13-7E745DD2F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525A14F9-2847-9D0C-84C6-5079A96276B6}"/>
              </a:ext>
            </a:extLst>
          </p:cNvPr>
          <p:cNvSpPr txBox="1"/>
          <p:nvPr/>
        </p:nvSpPr>
        <p:spPr>
          <a:xfrm>
            <a:off x="557560" y="1271239"/>
            <a:ext cx="21285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OVERVIEW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AFF4E7E-FF8B-7A6A-9E38-17F4300EE873}"/>
              </a:ext>
            </a:extLst>
          </p:cNvPr>
          <p:cNvSpPr txBox="1"/>
          <p:nvPr/>
        </p:nvSpPr>
        <p:spPr>
          <a:xfrm>
            <a:off x="1918010" y="1970048"/>
            <a:ext cx="9166302" cy="32571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noProof="0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Objectives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noProof="0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Methodology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MFA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noProof="0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MFA – LCA coupling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LCA results</a:t>
            </a:r>
            <a:endParaRPr lang="en-US" sz="2800" noProof="0" dirty="0">
              <a:solidFill>
                <a:schemeClr val="bg2">
                  <a:lumMod val="2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820311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C69104-8F50-AD31-7040-C06423606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56">
            <a:extLst>
              <a:ext uri="{FF2B5EF4-FFF2-40B4-BE49-F238E27FC236}">
                <a16:creationId xmlns:a16="http://schemas.microsoft.com/office/drawing/2014/main" id="{F639218C-EBAF-CC47-1764-236847671121}"/>
              </a:ext>
            </a:extLst>
          </p:cNvPr>
          <p:cNvSpPr txBox="1"/>
          <p:nvPr/>
        </p:nvSpPr>
        <p:spPr>
          <a:xfrm>
            <a:off x="779737" y="2967335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1</a:t>
            </a:r>
            <a:r>
              <a:rPr lang="en-US" sz="48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. Objectives</a:t>
            </a:r>
          </a:p>
        </p:txBody>
      </p:sp>
    </p:spTree>
    <p:extLst>
      <p:ext uri="{BB962C8B-B14F-4D97-AF65-F5344CB8AC3E}">
        <p14:creationId xmlns:p14="http://schemas.microsoft.com/office/powerpoint/2010/main" val="8898883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034B6-DFB3-F68D-A875-2AEDD9469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983071B1-5509-61DC-75B5-DD117BA6617F}"/>
              </a:ext>
            </a:extLst>
          </p:cNvPr>
          <p:cNvSpPr txBox="1"/>
          <p:nvPr/>
        </p:nvSpPr>
        <p:spPr>
          <a:xfrm>
            <a:off x="557560" y="1271239"/>
            <a:ext cx="20378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Objectives</a:t>
            </a:r>
            <a:endParaRPr lang="en-US" sz="28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D71BD5-8F35-5E04-ED5C-9CCA868C1067}"/>
              </a:ext>
            </a:extLst>
          </p:cNvPr>
          <p:cNvSpPr txBox="1"/>
          <p:nvPr/>
        </p:nvSpPr>
        <p:spPr>
          <a:xfrm>
            <a:off x="676275" y="2137359"/>
            <a:ext cx="1083945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Font typeface="Wingdings" pitchFamily="2" charset="2"/>
              <a:buChar char="ü"/>
            </a:pPr>
            <a:r>
              <a:rPr lang="en-IE" sz="2800" dirty="0">
                <a:latin typeface="+mj-lt"/>
              </a:rPr>
              <a:t>Assess the future environmental impact of different wastewater treatment technologies in Germany by integrating MFA and prospective LCA approaches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IE" sz="2800" dirty="0">
              <a:latin typeface="+mj-lt"/>
            </a:endParaRPr>
          </a:p>
          <a:p>
            <a:pPr marL="457200" indent="-457200">
              <a:buFont typeface="Wingdings" panose="05000000000000000000" pitchFamily="2" charset="2"/>
              <a:buChar char="ü"/>
            </a:pPr>
            <a:r>
              <a:rPr lang="en-IE" sz="2800" dirty="0">
                <a:latin typeface="+mj-lt"/>
              </a:rPr>
              <a:t>Model the impact of Chemical of Emerging Concern (CEC) in the same context</a:t>
            </a:r>
          </a:p>
        </p:txBody>
      </p:sp>
    </p:spTree>
    <p:extLst>
      <p:ext uri="{BB962C8B-B14F-4D97-AF65-F5344CB8AC3E}">
        <p14:creationId xmlns:p14="http://schemas.microsoft.com/office/powerpoint/2010/main" val="36612610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1A6F18-243F-FAF9-A959-6F57DA5F30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56">
            <a:extLst>
              <a:ext uri="{FF2B5EF4-FFF2-40B4-BE49-F238E27FC236}">
                <a16:creationId xmlns:a16="http://schemas.microsoft.com/office/drawing/2014/main" id="{C0AF63F7-D63E-5971-F8F1-A5D806DAD0B8}"/>
              </a:ext>
            </a:extLst>
          </p:cNvPr>
          <p:cNvSpPr txBox="1"/>
          <p:nvPr/>
        </p:nvSpPr>
        <p:spPr>
          <a:xfrm>
            <a:off x="779737" y="2967335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2. Methodology</a:t>
            </a:r>
          </a:p>
        </p:txBody>
      </p:sp>
    </p:spTree>
    <p:extLst>
      <p:ext uri="{BB962C8B-B14F-4D97-AF65-F5344CB8AC3E}">
        <p14:creationId xmlns:p14="http://schemas.microsoft.com/office/powerpoint/2010/main" val="1187778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09EEBF-E2F5-FA0D-0623-CD83CC5BC2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A7342DBE-D323-40D1-203B-7E14D1934799}"/>
              </a:ext>
            </a:extLst>
          </p:cNvPr>
          <p:cNvSpPr txBox="1"/>
          <p:nvPr/>
        </p:nvSpPr>
        <p:spPr>
          <a:xfrm>
            <a:off x="481360" y="974906"/>
            <a:ext cx="24400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Assumptions</a:t>
            </a:r>
            <a:endParaRPr lang="en-US" sz="28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A503EEAC-D6B0-769E-C999-2EAA3B0348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7373125"/>
              </p:ext>
            </p:extLst>
          </p:nvPr>
        </p:nvGraphicFramePr>
        <p:xfrm>
          <a:off x="711200" y="1565529"/>
          <a:ext cx="10591800" cy="4763262"/>
        </p:xfrm>
        <a:graphic>
          <a:graphicData uri="http://schemas.openxmlformats.org/drawingml/2006/table">
            <a:tbl>
              <a:tblPr firstRow="1" firstCol="1" bandRow="1">
                <a:tableStyleId>{F2DE63D5-997A-4646-A377-4702673A728D}</a:tableStyleId>
              </a:tblPr>
              <a:tblGrid>
                <a:gridCol w="1591733">
                  <a:extLst>
                    <a:ext uri="{9D8B030D-6E8A-4147-A177-3AD203B41FA5}">
                      <a16:colId xmlns:a16="http://schemas.microsoft.com/office/drawing/2014/main" val="1380024091"/>
                    </a:ext>
                  </a:extLst>
                </a:gridCol>
                <a:gridCol w="2480734">
                  <a:extLst>
                    <a:ext uri="{9D8B030D-6E8A-4147-A177-3AD203B41FA5}">
                      <a16:colId xmlns:a16="http://schemas.microsoft.com/office/drawing/2014/main" val="3676645733"/>
                    </a:ext>
                  </a:extLst>
                </a:gridCol>
                <a:gridCol w="6519333">
                  <a:extLst>
                    <a:ext uri="{9D8B030D-6E8A-4147-A177-3AD203B41FA5}">
                      <a16:colId xmlns:a16="http://schemas.microsoft.com/office/drawing/2014/main" val="3025346432"/>
                    </a:ext>
                  </a:extLst>
                </a:gridCol>
              </a:tblGrid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DIMENSION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DESCRIPTION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VALUE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03789866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r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Country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Germany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772348557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s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Scenario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High environmental policy (SSP2_PkBudg650)</a:t>
                      </a:r>
                    </a:p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 Low environmental </a:t>
                      </a:r>
                      <a:r>
                        <a:rPr lang="en-US" sz="2000" kern="100" dirty="0">
                          <a:effectLst/>
                          <a:latin typeface="+mj-lt"/>
                        </a:rPr>
                        <a:t>policy (SSP2_NPi)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892741841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t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Time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2020 | 2035 | 2045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58389943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c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Carrier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Sludge</a:t>
                      </a:r>
                    </a:p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Water </a:t>
                      </a:r>
                    </a:p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Oxidized contaminants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704534583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x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Substance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Carrier</a:t>
                      </a:r>
                    </a:p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CEC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47375573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g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Technology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No further treatment</a:t>
                      </a:r>
                    </a:p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Advanced oxidizing process</a:t>
                      </a:r>
                    </a:p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Ozonation</a:t>
                      </a:r>
                    </a:p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Granular activated carbon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879246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388775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18715-AA0A-0A63-9095-9119D0396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e 496">
            <a:extLst>
              <a:ext uri="{FF2B5EF4-FFF2-40B4-BE49-F238E27FC236}">
                <a16:creationId xmlns:a16="http://schemas.microsoft.com/office/drawing/2014/main" id="{C924DA2A-9663-EEB1-D687-EF742E9C13E4}"/>
              </a:ext>
            </a:extLst>
          </p:cNvPr>
          <p:cNvGrpSpPr/>
          <p:nvPr/>
        </p:nvGrpSpPr>
        <p:grpSpPr>
          <a:xfrm>
            <a:off x="786062" y="1747066"/>
            <a:ext cx="10403306" cy="4758008"/>
            <a:chOff x="0" y="349877"/>
            <a:chExt cx="12001355" cy="6508123"/>
          </a:xfrm>
        </p:grpSpPr>
        <p:sp>
          <p:nvSpPr>
            <p:cNvPr id="5" name="Rectangle : coins arrondis 417">
              <a:extLst>
                <a:ext uri="{FF2B5EF4-FFF2-40B4-BE49-F238E27FC236}">
                  <a16:creationId xmlns:a16="http://schemas.microsoft.com/office/drawing/2014/main" id="{2483DEAE-A690-C4C7-2730-AE7763380810}"/>
                </a:ext>
              </a:extLst>
            </p:cNvPr>
            <p:cNvSpPr/>
            <p:nvPr/>
          </p:nvSpPr>
          <p:spPr>
            <a:xfrm>
              <a:off x="1670672" y="2009152"/>
              <a:ext cx="1920159" cy="2091945"/>
            </a:xfrm>
            <a:prstGeom prst="roundRect">
              <a:avLst>
                <a:gd name="adj" fmla="val 0"/>
              </a:avLst>
            </a:prstGeom>
            <a:ln w="12700">
              <a:solidFill>
                <a:srgbClr val="7030A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endParaRPr lang="en-US" sz="1000" dirty="0">
                <a:solidFill>
                  <a:srgbClr val="7030A0"/>
                </a:solidFill>
                <a:latin typeface="+mj-lt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4E6C4E0-A58E-185C-1C35-687C0C3028C9}"/>
                </a:ext>
              </a:extLst>
            </p:cNvPr>
            <p:cNvSpPr/>
            <p:nvPr/>
          </p:nvSpPr>
          <p:spPr>
            <a:xfrm>
              <a:off x="1162206" y="349877"/>
              <a:ext cx="10839149" cy="6506224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000"/>
            </a:p>
          </p:txBody>
        </p:sp>
        <p:sp>
          <p:nvSpPr>
            <p:cNvPr id="7" name="Rectangle : coins arrondis 99">
              <a:extLst>
                <a:ext uri="{FF2B5EF4-FFF2-40B4-BE49-F238E27FC236}">
                  <a16:creationId xmlns:a16="http://schemas.microsoft.com/office/drawing/2014/main" id="{FEAB16AA-E8F2-78AE-4A1A-233BDEF51A95}"/>
                </a:ext>
              </a:extLst>
            </p:cNvPr>
            <p:cNvSpPr/>
            <p:nvPr/>
          </p:nvSpPr>
          <p:spPr>
            <a:xfrm>
              <a:off x="1699882" y="949954"/>
              <a:ext cx="9823800" cy="5301456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12700">
              <a:solidFill>
                <a:srgbClr val="C00000"/>
              </a:solidFill>
              <a:prstDash val="dash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00" noProof="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8" name="Rectangle : coins arrondis 4">
              <a:extLst>
                <a:ext uri="{FF2B5EF4-FFF2-40B4-BE49-F238E27FC236}">
                  <a16:creationId xmlns:a16="http://schemas.microsoft.com/office/drawing/2014/main" id="{141942D1-A1AD-C557-7C2C-4629F0EB12CF}"/>
                </a:ext>
              </a:extLst>
            </p:cNvPr>
            <p:cNvSpPr/>
            <p:nvPr/>
          </p:nvSpPr>
          <p:spPr>
            <a:xfrm>
              <a:off x="3062476" y="2631637"/>
              <a:ext cx="1339925" cy="716773"/>
            </a:xfrm>
            <a:prstGeom prst="roundRect">
              <a:avLst>
                <a:gd name="adj" fmla="val 0"/>
              </a:avLst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DECENTRALIZED TREATMENT</a:t>
              </a:r>
            </a:p>
          </p:txBody>
        </p:sp>
        <p:sp>
          <p:nvSpPr>
            <p:cNvPr id="9" name="Rectangle : coins arrondis 5">
              <a:extLst>
                <a:ext uri="{FF2B5EF4-FFF2-40B4-BE49-F238E27FC236}">
                  <a16:creationId xmlns:a16="http://schemas.microsoft.com/office/drawing/2014/main" id="{7B83C991-DC6C-4AE2-A838-E8D4552D0B9D}"/>
                </a:ext>
              </a:extLst>
            </p:cNvPr>
            <p:cNvSpPr/>
            <p:nvPr/>
          </p:nvSpPr>
          <p:spPr>
            <a:xfrm>
              <a:off x="4697012" y="3763293"/>
              <a:ext cx="1178529" cy="716773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SECONDARY TREATMENT</a:t>
              </a:r>
            </a:p>
          </p:txBody>
        </p:sp>
        <p:sp>
          <p:nvSpPr>
            <p:cNvPr id="10" name="Rectangle : coins arrondis 6">
              <a:extLst>
                <a:ext uri="{FF2B5EF4-FFF2-40B4-BE49-F238E27FC236}">
                  <a16:creationId xmlns:a16="http://schemas.microsoft.com/office/drawing/2014/main" id="{A9A5D48C-A095-CB90-223A-B1FA221DCEDC}"/>
                </a:ext>
              </a:extLst>
            </p:cNvPr>
            <p:cNvSpPr/>
            <p:nvPr/>
          </p:nvSpPr>
          <p:spPr>
            <a:xfrm>
              <a:off x="6113897" y="1508219"/>
              <a:ext cx="1920159" cy="2664928"/>
            </a:xfrm>
            <a:prstGeom prst="roundRect">
              <a:avLst>
                <a:gd name="adj" fmla="val 0"/>
              </a:avLst>
            </a:prstGeom>
            <a:ln w="12700">
              <a:solidFill>
                <a:srgbClr val="7030A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sz="1000" dirty="0">
                  <a:solidFill>
                    <a:srgbClr val="7030A0"/>
                  </a:solidFill>
                  <a:latin typeface="+mj-lt"/>
                </a:rPr>
                <a:t>QUATERNARY TREATMENT</a:t>
              </a:r>
            </a:p>
          </p:txBody>
        </p:sp>
        <p:sp>
          <p:nvSpPr>
            <p:cNvPr id="11" name="Rectangle : coins arrondis 7">
              <a:extLst>
                <a:ext uri="{FF2B5EF4-FFF2-40B4-BE49-F238E27FC236}">
                  <a16:creationId xmlns:a16="http://schemas.microsoft.com/office/drawing/2014/main" id="{88FC9ACC-2502-CE37-12DF-4F91AF689709}"/>
                </a:ext>
              </a:extLst>
            </p:cNvPr>
            <p:cNvSpPr/>
            <p:nvPr/>
          </p:nvSpPr>
          <p:spPr>
            <a:xfrm>
              <a:off x="8872791" y="5532634"/>
              <a:ext cx="1238569" cy="545056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INCINERATION</a:t>
              </a:r>
            </a:p>
          </p:txBody>
        </p:sp>
        <p:sp>
          <p:nvSpPr>
            <p:cNvPr id="12" name="Rectangle : coins arrondis 8">
              <a:extLst>
                <a:ext uri="{FF2B5EF4-FFF2-40B4-BE49-F238E27FC236}">
                  <a16:creationId xmlns:a16="http://schemas.microsoft.com/office/drawing/2014/main" id="{DA6E8BB9-14BA-5D13-FA00-5F0F8F23432E}"/>
                </a:ext>
              </a:extLst>
            </p:cNvPr>
            <p:cNvSpPr/>
            <p:nvPr/>
          </p:nvSpPr>
          <p:spPr>
            <a:xfrm>
              <a:off x="6276416" y="1869202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NO FURTHER </a:t>
              </a:r>
              <a:r>
                <a:rPr lang="en-US" sz="100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TREATMENT </a:t>
              </a:r>
              <a:endParaRPr lang="en-US" sz="100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13" name="Rectangle : coins arrondis 9">
              <a:extLst>
                <a:ext uri="{FF2B5EF4-FFF2-40B4-BE49-F238E27FC236}">
                  <a16:creationId xmlns:a16="http://schemas.microsoft.com/office/drawing/2014/main" id="{520318F6-E3D4-431D-A92E-9C914CBE7A63}"/>
                </a:ext>
              </a:extLst>
            </p:cNvPr>
            <p:cNvSpPr/>
            <p:nvPr/>
          </p:nvSpPr>
          <p:spPr>
            <a:xfrm>
              <a:off x="6276415" y="2417669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ADVANCED OXIDATION TREATMENT</a:t>
              </a:r>
            </a:p>
          </p:txBody>
        </p:sp>
        <p:sp>
          <p:nvSpPr>
            <p:cNvPr id="14" name="Rectangle : coins arrondis 10">
              <a:extLst>
                <a:ext uri="{FF2B5EF4-FFF2-40B4-BE49-F238E27FC236}">
                  <a16:creationId xmlns:a16="http://schemas.microsoft.com/office/drawing/2014/main" id="{0BAF5A0B-6273-19CD-08C4-4926CB7A9533}"/>
                </a:ext>
              </a:extLst>
            </p:cNvPr>
            <p:cNvSpPr/>
            <p:nvPr/>
          </p:nvSpPr>
          <p:spPr>
            <a:xfrm>
              <a:off x="6276415" y="2966136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OZONATION</a:t>
              </a:r>
            </a:p>
          </p:txBody>
        </p:sp>
        <p:sp>
          <p:nvSpPr>
            <p:cNvPr id="15" name="Rectangle : coins arrondis 11">
              <a:extLst>
                <a:ext uri="{FF2B5EF4-FFF2-40B4-BE49-F238E27FC236}">
                  <a16:creationId xmlns:a16="http://schemas.microsoft.com/office/drawing/2014/main" id="{62CE2CCD-E84B-F541-19D1-F2EC350E9E76}"/>
                </a:ext>
              </a:extLst>
            </p:cNvPr>
            <p:cNvSpPr/>
            <p:nvPr/>
          </p:nvSpPr>
          <p:spPr>
            <a:xfrm>
              <a:off x="6270783" y="3546360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ACTIVATED CARBON</a:t>
              </a:r>
            </a:p>
          </p:txBody>
        </p:sp>
        <p:sp>
          <p:nvSpPr>
            <p:cNvPr id="16" name="Rectangle : coins arrondis 12">
              <a:extLst>
                <a:ext uri="{FF2B5EF4-FFF2-40B4-BE49-F238E27FC236}">
                  <a16:creationId xmlns:a16="http://schemas.microsoft.com/office/drawing/2014/main" id="{FFF84459-19C3-DC30-C5EF-8BF9B32031DF}"/>
                </a:ext>
              </a:extLst>
            </p:cNvPr>
            <p:cNvSpPr/>
            <p:nvPr/>
          </p:nvSpPr>
          <p:spPr>
            <a:xfrm>
              <a:off x="1701121" y="2701956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Industrial wastewater</a:t>
              </a:r>
            </a:p>
          </p:txBody>
        </p:sp>
        <p:sp>
          <p:nvSpPr>
            <p:cNvPr id="17" name="Rectangle : coins arrondis 13">
              <a:extLst>
                <a:ext uri="{FF2B5EF4-FFF2-40B4-BE49-F238E27FC236}">
                  <a16:creationId xmlns:a16="http://schemas.microsoft.com/office/drawing/2014/main" id="{D7102906-59F9-1091-52D9-47A4DF354B09}"/>
                </a:ext>
              </a:extLst>
            </p:cNvPr>
            <p:cNvSpPr/>
            <p:nvPr/>
          </p:nvSpPr>
          <p:spPr>
            <a:xfrm>
              <a:off x="1710401" y="4492037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Domestic</a:t>
              </a:r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 wastewater</a:t>
              </a:r>
            </a:p>
          </p:txBody>
        </p:sp>
        <p:sp>
          <p:nvSpPr>
            <p:cNvPr id="18" name="Rectangle : coins arrondis 15">
              <a:extLst>
                <a:ext uri="{FF2B5EF4-FFF2-40B4-BE49-F238E27FC236}">
                  <a16:creationId xmlns:a16="http://schemas.microsoft.com/office/drawing/2014/main" id="{05D67F91-0700-52D5-8187-E8DF0EB52A17}"/>
                </a:ext>
              </a:extLst>
            </p:cNvPr>
            <p:cNvSpPr/>
            <p:nvPr/>
          </p:nvSpPr>
          <p:spPr>
            <a:xfrm>
              <a:off x="7360013" y="5219615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Sludge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19" name="Rectangle : coins arrondis 16">
              <a:extLst>
                <a:ext uri="{FF2B5EF4-FFF2-40B4-BE49-F238E27FC236}">
                  <a16:creationId xmlns:a16="http://schemas.microsoft.com/office/drawing/2014/main" id="{0DE8FD28-5F01-6CD8-E980-19C2723E7417}"/>
                </a:ext>
              </a:extLst>
            </p:cNvPr>
            <p:cNvSpPr/>
            <p:nvPr/>
          </p:nvSpPr>
          <p:spPr>
            <a:xfrm>
              <a:off x="7341628" y="4319315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Fertilizers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20" name="Losange 17">
              <a:extLst>
                <a:ext uri="{FF2B5EF4-FFF2-40B4-BE49-F238E27FC236}">
                  <a16:creationId xmlns:a16="http://schemas.microsoft.com/office/drawing/2014/main" id="{844B6517-4F5E-4019-A562-6C60A6DDD763}"/>
                </a:ext>
              </a:extLst>
            </p:cNvPr>
            <p:cNvSpPr/>
            <p:nvPr/>
          </p:nvSpPr>
          <p:spPr>
            <a:xfrm>
              <a:off x="8299659" y="2431443"/>
              <a:ext cx="1695488" cy="982539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Water discharge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21" name="Losange 18">
              <a:extLst>
                <a:ext uri="{FF2B5EF4-FFF2-40B4-BE49-F238E27FC236}">
                  <a16:creationId xmlns:a16="http://schemas.microsoft.com/office/drawing/2014/main" id="{B41B3E38-5118-4AC4-CAAD-8AEBB32CC110}"/>
                </a:ext>
              </a:extLst>
            </p:cNvPr>
            <p:cNvSpPr/>
            <p:nvPr/>
          </p:nvSpPr>
          <p:spPr>
            <a:xfrm>
              <a:off x="9289693" y="1227850"/>
              <a:ext cx="1891449" cy="1008055"/>
            </a:xfrm>
            <a:prstGeom prst="diamond">
              <a:avLst/>
            </a:prstGeom>
            <a:noFill/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Irrigation</a:t>
              </a:r>
            </a:p>
          </p:txBody>
        </p:sp>
        <p:cxnSp>
          <p:nvCxnSpPr>
            <p:cNvPr id="22" name="Connecteur en arc 22">
              <a:extLst>
                <a:ext uri="{FF2B5EF4-FFF2-40B4-BE49-F238E27FC236}">
                  <a16:creationId xmlns:a16="http://schemas.microsoft.com/office/drawing/2014/main" id="{7C796A15-1BA1-FB61-4C32-B22514B9409F}"/>
                </a:ext>
              </a:extLst>
            </p:cNvPr>
            <p:cNvCxnSpPr>
              <a:cxnSpLocks/>
              <a:stCxn id="16" idx="3"/>
              <a:endCxn id="8" idx="1"/>
            </p:cNvCxnSpPr>
            <p:nvPr/>
          </p:nvCxnSpPr>
          <p:spPr>
            <a:xfrm>
              <a:off x="2872976" y="2990024"/>
              <a:ext cx="189500" cy="12700"/>
            </a:xfrm>
            <a:prstGeom prst="curvedConnector3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en arc 26">
              <a:extLst>
                <a:ext uri="{FF2B5EF4-FFF2-40B4-BE49-F238E27FC236}">
                  <a16:creationId xmlns:a16="http://schemas.microsoft.com/office/drawing/2014/main" id="{1CECF68B-10A0-314F-6EC1-88D8051599DF}"/>
                </a:ext>
              </a:extLst>
            </p:cNvPr>
            <p:cNvCxnSpPr>
              <a:cxnSpLocks/>
              <a:stCxn id="17" idx="3"/>
              <a:endCxn id="9" idx="1"/>
            </p:cNvCxnSpPr>
            <p:nvPr/>
          </p:nvCxnSpPr>
          <p:spPr>
            <a:xfrm flipV="1">
              <a:off x="2882256" y="4121680"/>
              <a:ext cx="1814756" cy="658425"/>
            </a:xfrm>
            <a:prstGeom prst="curvedConnector3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eur en arc 41">
              <a:extLst>
                <a:ext uri="{FF2B5EF4-FFF2-40B4-BE49-F238E27FC236}">
                  <a16:creationId xmlns:a16="http://schemas.microsoft.com/office/drawing/2014/main" id="{69A491FC-5DD0-3A6B-A7A9-BDB411E790A8}"/>
                </a:ext>
              </a:extLst>
            </p:cNvPr>
            <p:cNvCxnSpPr>
              <a:cxnSpLocks/>
              <a:stCxn id="8" idx="3"/>
              <a:endCxn id="9" idx="1"/>
            </p:cNvCxnSpPr>
            <p:nvPr/>
          </p:nvCxnSpPr>
          <p:spPr>
            <a:xfrm>
              <a:off x="4402401" y="2990024"/>
              <a:ext cx="294611" cy="1131656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eur en arc 49">
              <a:extLst>
                <a:ext uri="{FF2B5EF4-FFF2-40B4-BE49-F238E27FC236}">
                  <a16:creationId xmlns:a16="http://schemas.microsoft.com/office/drawing/2014/main" id="{98C4760E-13A9-4B86-60FC-D9CC38D9A794}"/>
                </a:ext>
              </a:extLst>
            </p:cNvPr>
            <p:cNvCxnSpPr>
              <a:cxnSpLocks/>
              <a:stCxn id="9" idx="3"/>
              <a:endCxn id="15" idx="1"/>
            </p:cNvCxnSpPr>
            <p:nvPr/>
          </p:nvCxnSpPr>
          <p:spPr>
            <a:xfrm flipV="1">
              <a:off x="5875541" y="3767597"/>
              <a:ext cx="395242" cy="354083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eur en arc 52">
              <a:extLst>
                <a:ext uri="{FF2B5EF4-FFF2-40B4-BE49-F238E27FC236}">
                  <a16:creationId xmlns:a16="http://schemas.microsoft.com/office/drawing/2014/main" id="{7A7F545B-7AF1-FA1E-32FC-8E4D39ED4EB9}"/>
                </a:ext>
              </a:extLst>
            </p:cNvPr>
            <p:cNvCxnSpPr>
              <a:cxnSpLocks/>
              <a:stCxn id="9" idx="3"/>
              <a:endCxn id="14" idx="1"/>
            </p:cNvCxnSpPr>
            <p:nvPr/>
          </p:nvCxnSpPr>
          <p:spPr>
            <a:xfrm flipV="1">
              <a:off x="5875541" y="3187373"/>
              <a:ext cx="400874" cy="934307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eur en arc 55">
              <a:extLst>
                <a:ext uri="{FF2B5EF4-FFF2-40B4-BE49-F238E27FC236}">
                  <a16:creationId xmlns:a16="http://schemas.microsoft.com/office/drawing/2014/main" id="{D0C65572-5916-8532-D295-9DF3AF1321D7}"/>
                </a:ext>
              </a:extLst>
            </p:cNvPr>
            <p:cNvCxnSpPr>
              <a:cxnSpLocks/>
              <a:stCxn id="9" idx="3"/>
              <a:endCxn id="13" idx="1"/>
            </p:cNvCxnSpPr>
            <p:nvPr/>
          </p:nvCxnSpPr>
          <p:spPr>
            <a:xfrm flipV="1">
              <a:off x="5875541" y="2638906"/>
              <a:ext cx="400874" cy="148277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cteur en arc 58">
              <a:extLst>
                <a:ext uri="{FF2B5EF4-FFF2-40B4-BE49-F238E27FC236}">
                  <a16:creationId xmlns:a16="http://schemas.microsoft.com/office/drawing/2014/main" id="{F1DA87E9-352B-9FCF-C576-6665CC4AB595}"/>
                </a:ext>
              </a:extLst>
            </p:cNvPr>
            <p:cNvCxnSpPr>
              <a:cxnSpLocks/>
              <a:stCxn id="9" idx="3"/>
              <a:endCxn id="12" idx="1"/>
            </p:cNvCxnSpPr>
            <p:nvPr/>
          </p:nvCxnSpPr>
          <p:spPr>
            <a:xfrm flipV="1">
              <a:off x="5875541" y="2090439"/>
              <a:ext cx="400875" cy="2031241"/>
            </a:xfrm>
            <a:prstGeom prst="curvedConnector3">
              <a:avLst>
                <a:gd name="adj1" fmla="val 50000"/>
              </a:avLst>
            </a:prstGeom>
            <a:ln w="1905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eur en arc 85">
              <a:extLst>
                <a:ext uri="{FF2B5EF4-FFF2-40B4-BE49-F238E27FC236}">
                  <a16:creationId xmlns:a16="http://schemas.microsoft.com/office/drawing/2014/main" id="{5677FD0E-624C-5C3A-03EF-9DD033F23F7F}"/>
                </a:ext>
              </a:extLst>
            </p:cNvPr>
            <p:cNvCxnSpPr>
              <a:cxnSpLocks/>
              <a:stCxn id="49" idx="3"/>
              <a:endCxn id="18" idx="1"/>
            </p:cNvCxnSpPr>
            <p:nvPr/>
          </p:nvCxnSpPr>
          <p:spPr>
            <a:xfrm>
              <a:off x="6968822" y="5271375"/>
              <a:ext cx="391191" cy="236308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eur en arc 89">
              <a:extLst>
                <a:ext uri="{FF2B5EF4-FFF2-40B4-BE49-F238E27FC236}">
                  <a16:creationId xmlns:a16="http://schemas.microsoft.com/office/drawing/2014/main" id="{610904EA-1038-4DD2-8354-BF8C98E8A7D2}"/>
                </a:ext>
              </a:extLst>
            </p:cNvPr>
            <p:cNvCxnSpPr>
              <a:cxnSpLocks/>
              <a:stCxn id="18" idx="3"/>
              <a:endCxn id="11" idx="1"/>
            </p:cNvCxnSpPr>
            <p:nvPr/>
          </p:nvCxnSpPr>
          <p:spPr>
            <a:xfrm>
              <a:off x="8531868" y="5507683"/>
              <a:ext cx="340923" cy="297479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Rectangle : coins arrondis 93">
              <a:extLst>
                <a:ext uri="{FF2B5EF4-FFF2-40B4-BE49-F238E27FC236}">
                  <a16:creationId xmlns:a16="http://schemas.microsoft.com/office/drawing/2014/main" id="{BA0A541D-2A54-97A2-8C19-CC35DEAF428D}"/>
                </a:ext>
              </a:extLst>
            </p:cNvPr>
            <p:cNvSpPr/>
            <p:nvPr/>
          </p:nvSpPr>
          <p:spPr>
            <a:xfrm>
              <a:off x="10251758" y="4695238"/>
              <a:ext cx="1238568" cy="576136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SOIL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32" name="Rectangle : coins arrondis 98">
              <a:extLst>
                <a:ext uri="{FF2B5EF4-FFF2-40B4-BE49-F238E27FC236}">
                  <a16:creationId xmlns:a16="http://schemas.microsoft.com/office/drawing/2014/main" id="{B4F51D92-1018-5655-AC94-62AD5C71C3BA}"/>
                </a:ext>
              </a:extLst>
            </p:cNvPr>
            <p:cNvSpPr/>
            <p:nvPr/>
          </p:nvSpPr>
          <p:spPr>
            <a:xfrm>
              <a:off x="9612954" y="3437923"/>
              <a:ext cx="1244925" cy="545057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RIVER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cxnSp>
          <p:nvCxnSpPr>
            <p:cNvPr id="33" name="Connecteur en arc 100">
              <a:extLst>
                <a:ext uri="{FF2B5EF4-FFF2-40B4-BE49-F238E27FC236}">
                  <a16:creationId xmlns:a16="http://schemas.microsoft.com/office/drawing/2014/main" id="{64DD9895-3E0C-BE2F-1FD8-FE82452103CB}"/>
                </a:ext>
              </a:extLst>
            </p:cNvPr>
            <p:cNvCxnSpPr>
              <a:cxnSpLocks/>
              <a:stCxn id="49" idx="3"/>
              <a:endCxn id="19" idx="1"/>
            </p:cNvCxnSpPr>
            <p:nvPr/>
          </p:nvCxnSpPr>
          <p:spPr>
            <a:xfrm flipV="1">
              <a:off x="6968822" y="4607383"/>
              <a:ext cx="372806" cy="663992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necteur en arc 107">
              <a:extLst>
                <a:ext uri="{FF2B5EF4-FFF2-40B4-BE49-F238E27FC236}">
                  <a16:creationId xmlns:a16="http://schemas.microsoft.com/office/drawing/2014/main" id="{6462E934-2664-6114-721E-910E7CBB6C20}"/>
                </a:ext>
              </a:extLst>
            </p:cNvPr>
            <p:cNvCxnSpPr>
              <a:cxnSpLocks/>
              <a:stCxn id="19" idx="3"/>
              <a:endCxn id="31" idx="1"/>
            </p:cNvCxnSpPr>
            <p:nvPr/>
          </p:nvCxnSpPr>
          <p:spPr>
            <a:xfrm>
              <a:off x="8513483" y="4607383"/>
              <a:ext cx="1738275" cy="375923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necteur en arc 112">
              <a:extLst>
                <a:ext uri="{FF2B5EF4-FFF2-40B4-BE49-F238E27FC236}">
                  <a16:creationId xmlns:a16="http://schemas.microsoft.com/office/drawing/2014/main" id="{A8763BA3-CF85-11E9-9180-6D8356AB9ADD}"/>
                </a:ext>
              </a:extLst>
            </p:cNvPr>
            <p:cNvCxnSpPr>
              <a:cxnSpLocks/>
              <a:stCxn id="12" idx="3"/>
              <a:endCxn id="20" idx="1"/>
            </p:cNvCxnSpPr>
            <p:nvPr/>
          </p:nvCxnSpPr>
          <p:spPr>
            <a:xfrm>
              <a:off x="7905191" y="2090439"/>
              <a:ext cx="394468" cy="83227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cteur en arc 119">
              <a:extLst>
                <a:ext uri="{FF2B5EF4-FFF2-40B4-BE49-F238E27FC236}">
                  <a16:creationId xmlns:a16="http://schemas.microsoft.com/office/drawing/2014/main" id="{A540AFE2-2FC2-32FD-DAB0-1B771C8310EF}"/>
                </a:ext>
              </a:extLst>
            </p:cNvPr>
            <p:cNvCxnSpPr>
              <a:cxnSpLocks/>
              <a:stCxn id="13" idx="3"/>
              <a:endCxn id="20" idx="1"/>
            </p:cNvCxnSpPr>
            <p:nvPr/>
          </p:nvCxnSpPr>
          <p:spPr>
            <a:xfrm>
              <a:off x="7905190" y="2638906"/>
              <a:ext cx="394469" cy="283807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necteur en arc 122">
              <a:extLst>
                <a:ext uri="{FF2B5EF4-FFF2-40B4-BE49-F238E27FC236}">
                  <a16:creationId xmlns:a16="http://schemas.microsoft.com/office/drawing/2014/main" id="{84DB0FE8-4C94-6D20-E19D-741E8F526E1B}"/>
                </a:ext>
              </a:extLst>
            </p:cNvPr>
            <p:cNvCxnSpPr>
              <a:cxnSpLocks/>
              <a:stCxn id="14" idx="3"/>
              <a:endCxn id="20" idx="1"/>
            </p:cNvCxnSpPr>
            <p:nvPr/>
          </p:nvCxnSpPr>
          <p:spPr>
            <a:xfrm flipV="1">
              <a:off x="7905190" y="2922713"/>
              <a:ext cx="394469" cy="264660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necteur en arc 125">
              <a:extLst>
                <a:ext uri="{FF2B5EF4-FFF2-40B4-BE49-F238E27FC236}">
                  <a16:creationId xmlns:a16="http://schemas.microsoft.com/office/drawing/2014/main" id="{B09D8C5F-781F-59BB-B526-145AC2DC31CB}"/>
                </a:ext>
              </a:extLst>
            </p:cNvPr>
            <p:cNvCxnSpPr>
              <a:cxnSpLocks/>
              <a:stCxn id="15" idx="3"/>
              <a:endCxn id="20" idx="1"/>
            </p:cNvCxnSpPr>
            <p:nvPr/>
          </p:nvCxnSpPr>
          <p:spPr>
            <a:xfrm flipV="1">
              <a:off x="7899558" y="2922713"/>
              <a:ext cx="400101" cy="84488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necteur en arc 129">
              <a:extLst>
                <a:ext uri="{FF2B5EF4-FFF2-40B4-BE49-F238E27FC236}">
                  <a16:creationId xmlns:a16="http://schemas.microsoft.com/office/drawing/2014/main" id="{61F71995-5EB9-C383-362C-A92FB4DEAE59}"/>
                </a:ext>
              </a:extLst>
            </p:cNvPr>
            <p:cNvCxnSpPr>
              <a:cxnSpLocks/>
              <a:stCxn id="20" idx="2"/>
              <a:endCxn id="32" idx="1"/>
            </p:cNvCxnSpPr>
            <p:nvPr/>
          </p:nvCxnSpPr>
          <p:spPr>
            <a:xfrm rot="16200000" flipH="1">
              <a:off x="9231943" y="3329441"/>
              <a:ext cx="296470" cy="465551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en arc 132">
              <a:extLst>
                <a:ext uri="{FF2B5EF4-FFF2-40B4-BE49-F238E27FC236}">
                  <a16:creationId xmlns:a16="http://schemas.microsoft.com/office/drawing/2014/main" id="{500B61FE-B779-CB0B-97E1-7585FC15D9B4}"/>
                </a:ext>
              </a:extLst>
            </p:cNvPr>
            <p:cNvCxnSpPr>
              <a:cxnSpLocks/>
              <a:endCxn id="21" idx="1"/>
            </p:cNvCxnSpPr>
            <p:nvPr/>
          </p:nvCxnSpPr>
          <p:spPr>
            <a:xfrm rot="5400000" flipH="1" flipV="1">
              <a:off x="8877542" y="2001738"/>
              <a:ext cx="682010" cy="142291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ZoneTexte 135">
              <a:extLst>
                <a:ext uri="{FF2B5EF4-FFF2-40B4-BE49-F238E27FC236}">
                  <a16:creationId xmlns:a16="http://schemas.microsoft.com/office/drawing/2014/main" id="{D5E41995-75EA-8B15-52EB-3CB000098CF8}"/>
                </a:ext>
              </a:extLst>
            </p:cNvPr>
            <p:cNvSpPr txBox="1"/>
            <p:nvPr/>
          </p:nvSpPr>
          <p:spPr>
            <a:xfrm>
              <a:off x="1812372" y="1017796"/>
              <a:ext cx="1098819" cy="3367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00" dirty="0">
                  <a:solidFill>
                    <a:srgbClr val="C00000"/>
                  </a:solidFill>
                  <a:latin typeface="Arial Rounded MT Bold" panose="020F0704030504030204" pitchFamily="34" charset="77"/>
                </a:rPr>
                <a:t>MFA System</a:t>
              </a:r>
            </a:p>
          </p:txBody>
        </p:sp>
        <p:cxnSp>
          <p:nvCxnSpPr>
            <p:cNvPr id="42" name="Connecteur en arc 199">
              <a:extLst>
                <a:ext uri="{FF2B5EF4-FFF2-40B4-BE49-F238E27FC236}">
                  <a16:creationId xmlns:a16="http://schemas.microsoft.com/office/drawing/2014/main" id="{87A1D75D-C9CE-7502-CF06-F120EC3FDE0E}"/>
                </a:ext>
              </a:extLst>
            </p:cNvPr>
            <p:cNvCxnSpPr>
              <a:cxnSpLocks/>
              <a:stCxn id="8" idx="3"/>
              <a:endCxn id="54" idx="2"/>
            </p:cNvCxnSpPr>
            <p:nvPr/>
          </p:nvCxnSpPr>
          <p:spPr>
            <a:xfrm flipV="1">
              <a:off x="4402401" y="1563521"/>
              <a:ext cx="526352" cy="1426503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necteur en arc 236">
              <a:extLst>
                <a:ext uri="{FF2B5EF4-FFF2-40B4-BE49-F238E27FC236}">
                  <a16:creationId xmlns:a16="http://schemas.microsoft.com/office/drawing/2014/main" id="{4EA99674-6F20-5DD4-4215-797CDB3746F3}"/>
                </a:ext>
              </a:extLst>
            </p:cNvPr>
            <p:cNvCxnSpPr>
              <a:cxnSpLocks/>
              <a:stCxn id="21" idx="3"/>
              <a:endCxn id="31" idx="0"/>
            </p:cNvCxnSpPr>
            <p:nvPr/>
          </p:nvCxnSpPr>
          <p:spPr>
            <a:xfrm flipH="1">
              <a:off x="10871042" y="1731878"/>
              <a:ext cx="310100" cy="2963360"/>
            </a:xfrm>
            <a:prstGeom prst="curvedConnector4">
              <a:avLst>
                <a:gd name="adj1" fmla="val -73718"/>
                <a:gd name="adj2" fmla="val 58504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Rectangle : coins arrondis 260">
              <a:extLst>
                <a:ext uri="{FF2B5EF4-FFF2-40B4-BE49-F238E27FC236}">
                  <a16:creationId xmlns:a16="http://schemas.microsoft.com/office/drawing/2014/main" id="{0375607E-3D7C-E7DB-6C6D-B19D31CF4758}"/>
                </a:ext>
              </a:extLst>
            </p:cNvPr>
            <p:cNvSpPr/>
            <p:nvPr/>
          </p:nvSpPr>
          <p:spPr>
            <a:xfrm>
              <a:off x="199675" y="515857"/>
              <a:ext cx="727522" cy="301489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Process</a:t>
              </a:r>
            </a:p>
          </p:txBody>
        </p:sp>
        <p:sp>
          <p:nvSpPr>
            <p:cNvPr id="45" name="Rectangle : coins arrondis 261">
              <a:extLst>
                <a:ext uri="{FF2B5EF4-FFF2-40B4-BE49-F238E27FC236}">
                  <a16:creationId xmlns:a16="http://schemas.microsoft.com/office/drawing/2014/main" id="{5887167E-D2DA-DF8E-AE8C-0ADDC85AAF62}"/>
                </a:ext>
              </a:extLst>
            </p:cNvPr>
            <p:cNvSpPr/>
            <p:nvPr/>
          </p:nvSpPr>
          <p:spPr>
            <a:xfrm>
              <a:off x="199675" y="963169"/>
              <a:ext cx="727522" cy="301489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Flow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46" name="Rectangle : coins arrondis 292">
              <a:extLst>
                <a:ext uri="{FF2B5EF4-FFF2-40B4-BE49-F238E27FC236}">
                  <a16:creationId xmlns:a16="http://schemas.microsoft.com/office/drawing/2014/main" id="{69EA51F0-608C-D6CD-40E9-F684814481AA}"/>
                </a:ext>
              </a:extLst>
            </p:cNvPr>
            <p:cNvSpPr/>
            <p:nvPr/>
          </p:nvSpPr>
          <p:spPr>
            <a:xfrm>
              <a:off x="5395072" y="6435092"/>
              <a:ext cx="2272063" cy="229630"/>
            </a:xfrm>
            <a:prstGeom prst="roundRect">
              <a:avLst>
                <a:gd name="adj" fmla="val 0"/>
              </a:avLst>
            </a:prstGeom>
            <a:ln w="19050"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ENVIRONMENT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47" name="Rectangle : coins arrondis 306">
              <a:extLst>
                <a:ext uri="{FF2B5EF4-FFF2-40B4-BE49-F238E27FC236}">
                  <a16:creationId xmlns:a16="http://schemas.microsoft.com/office/drawing/2014/main" id="{7CFC33B6-2E53-D3BF-3631-1C1130D3BB6A}"/>
                </a:ext>
              </a:extLst>
            </p:cNvPr>
            <p:cNvSpPr/>
            <p:nvPr/>
          </p:nvSpPr>
          <p:spPr>
            <a:xfrm>
              <a:off x="10424794" y="6281864"/>
              <a:ext cx="560354" cy="576136"/>
            </a:xfrm>
            <a:prstGeom prst="roundRect">
              <a:avLst>
                <a:gd name="adj" fmla="val 50000"/>
              </a:avLst>
            </a:prstGeom>
            <a:solidFill>
              <a:schemeClr val="accent2">
                <a:lumMod val="60000"/>
                <a:lumOff val="40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CO</a:t>
              </a:r>
              <a:r>
                <a:rPr lang="en-US" sz="1000" baseline="-25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2</a:t>
              </a:r>
            </a:p>
          </p:txBody>
        </p:sp>
        <p:cxnSp>
          <p:nvCxnSpPr>
            <p:cNvPr id="48" name="Connecteur en arc 313">
              <a:extLst>
                <a:ext uri="{FF2B5EF4-FFF2-40B4-BE49-F238E27FC236}">
                  <a16:creationId xmlns:a16="http://schemas.microsoft.com/office/drawing/2014/main" id="{4953AA89-E760-CCBF-D1E1-3D99229119CD}"/>
                </a:ext>
              </a:extLst>
            </p:cNvPr>
            <p:cNvCxnSpPr>
              <a:cxnSpLocks/>
              <a:stCxn id="47" idx="0"/>
              <a:endCxn id="11" idx="3"/>
            </p:cNvCxnSpPr>
            <p:nvPr/>
          </p:nvCxnSpPr>
          <p:spPr>
            <a:xfrm rot="16200000" flipV="1">
              <a:off x="10169815" y="5746707"/>
              <a:ext cx="476702" cy="593611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Losange 318">
              <a:extLst>
                <a:ext uri="{FF2B5EF4-FFF2-40B4-BE49-F238E27FC236}">
                  <a16:creationId xmlns:a16="http://schemas.microsoft.com/office/drawing/2014/main" id="{9506969F-7280-49C7-F876-EE12A49F8D89}"/>
                </a:ext>
              </a:extLst>
            </p:cNvPr>
            <p:cNvSpPr/>
            <p:nvPr/>
          </p:nvSpPr>
          <p:spPr>
            <a:xfrm>
              <a:off x="5273334" y="4780105"/>
              <a:ext cx="1695488" cy="982539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Sludge separation</a:t>
              </a:r>
            </a:p>
          </p:txBody>
        </p:sp>
        <p:cxnSp>
          <p:nvCxnSpPr>
            <p:cNvPr id="50" name="Connecteur en arc 322">
              <a:extLst>
                <a:ext uri="{FF2B5EF4-FFF2-40B4-BE49-F238E27FC236}">
                  <a16:creationId xmlns:a16="http://schemas.microsoft.com/office/drawing/2014/main" id="{D3A7CE8F-CEF7-47DF-9A02-F7C4AA57D681}"/>
                </a:ext>
              </a:extLst>
            </p:cNvPr>
            <p:cNvCxnSpPr>
              <a:cxnSpLocks/>
              <a:stCxn id="9" idx="2"/>
              <a:endCxn id="49" idx="1"/>
            </p:cNvCxnSpPr>
            <p:nvPr/>
          </p:nvCxnSpPr>
          <p:spPr>
            <a:xfrm rot="5400000">
              <a:off x="4884152" y="4869249"/>
              <a:ext cx="791309" cy="12943"/>
            </a:xfrm>
            <a:prstGeom prst="curvedConnector4">
              <a:avLst>
                <a:gd name="adj1" fmla="val 18958"/>
                <a:gd name="adj2" fmla="val 1866206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Losange 337">
              <a:extLst>
                <a:ext uri="{FF2B5EF4-FFF2-40B4-BE49-F238E27FC236}">
                  <a16:creationId xmlns:a16="http://schemas.microsoft.com/office/drawing/2014/main" id="{8319C450-1ADB-5BAE-5028-F35BD432625D}"/>
                </a:ext>
              </a:extLst>
            </p:cNvPr>
            <p:cNvSpPr/>
            <p:nvPr/>
          </p:nvSpPr>
          <p:spPr>
            <a:xfrm>
              <a:off x="0" y="1360049"/>
              <a:ext cx="1216491" cy="649104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LOGIC BOX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cxnSp>
          <p:nvCxnSpPr>
            <p:cNvPr id="52" name="Connecteur en arc 353">
              <a:extLst>
                <a:ext uri="{FF2B5EF4-FFF2-40B4-BE49-F238E27FC236}">
                  <a16:creationId xmlns:a16="http://schemas.microsoft.com/office/drawing/2014/main" id="{29738BF0-A5FF-277C-212B-13EE9E1B806B}"/>
                </a:ext>
              </a:extLst>
            </p:cNvPr>
            <p:cNvCxnSpPr>
              <a:cxnSpLocks/>
              <a:stCxn id="9" idx="0"/>
              <a:endCxn id="54" idx="2"/>
            </p:cNvCxnSpPr>
            <p:nvPr/>
          </p:nvCxnSpPr>
          <p:spPr>
            <a:xfrm rot="16200000" flipV="1">
              <a:off x="4007629" y="2484645"/>
              <a:ext cx="2199772" cy="35752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Connecteur en arc 364">
              <a:extLst>
                <a:ext uri="{FF2B5EF4-FFF2-40B4-BE49-F238E27FC236}">
                  <a16:creationId xmlns:a16="http://schemas.microsoft.com/office/drawing/2014/main" id="{2CA80D65-B183-91AE-2074-C328D956CE15}"/>
                </a:ext>
              </a:extLst>
            </p:cNvPr>
            <p:cNvCxnSpPr>
              <a:cxnSpLocks/>
              <a:stCxn id="10" idx="1"/>
              <a:endCxn id="54" idx="2"/>
            </p:cNvCxnSpPr>
            <p:nvPr/>
          </p:nvCxnSpPr>
          <p:spPr>
            <a:xfrm rot="10800000">
              <a:off x="4928753" y="1563521"/>
              <a:ext cx="1185144" cy="1277162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Rectangle : coins arrondis 198">
              <a:extLst>
                <a:ext uri="{FF2B5EF4-FFF2-40B4-BE49-F238E27FC236}">
                  <a16:creationId xmlns:a16="http://schemas.microsoft.com/office/drawing/2014/main" id="{3FC49A3B-B644-BECE-019B-77B49E5ACDF6}"/>
                </a:ext>
              </a:extLst>
            </p:cNvPr>
            <p:cNvSpPr/>
            <p:nvPr/>
          </p:nvSpPr>
          <p:spPr>
            <a:xfrm>
              <a:off x="4339488" y="987385"/>
              <a:ext cx="1178529" cy="576136"/>
            </a:xfrm>
            <a:prstGeom prst="roundRect">
              <a:avLst>
                <a:gd name="adj" fmla="val 50000"/>
              </a:avLst>
            </a:prstGeom>
            <a:solidFill>
              <a:schemeClr val="accent2">
                <a:lumMod val="60000"/>
                <a:lumOff val="40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Oxidated </a:t>
              </a:r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 contaminants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55" name="Rectangle : coins arrondis 373">
              <a:extLst>
                <a:ext uri="{FF2B5EF4-FFF2-40B4-BE49-F238E27FC236}">
                  <a16:creationId xmlns:a16="http://schemas.microsoft.com/office/drawing/2014/main" id="{FEC608C2-B6D6-33AC-7ED8-9AA2E77AC314}"/>
                </a:ext>
              </a:extLst>
            </p:cNvPr>
            <p:cNvSpPr/>
            <p:nvPr/>
          </p:nvSpPr>
          <p:spPr>
            <a:xfrm>
              <a:off x="0" y="2125820"/>
              <a:ext cx="1116911" cy="576136"/>
            </a:xfrm>
            <a:prstGeom prst="roundRect">
              <a:avLst>
                <a:gd name="adj" fmla="val 50000"/>
              </a:avLst>
            </a:prstGeom>
            <a:solidFill>
              <a:schemeClr val="accent2">
                <a:lumMod val="60000"/>
                <a:lumOff val="40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600" baseline="-25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Substance</a:t>
              </a:r>
            </a:p>
          </p:txBody>
        </p:sp>
        <p:cxnSp>
          <p:nvCxnSpPr>
            <p:cNvPr id="56" name="Connecteur en arc 473">
              <a:extLst>
                <a:ext uri="{FF2B5EF4-FFF2-40B4-BE49-F238E27FC236}">
                  <a16:creationId xmlns:a16="http://schemas.microsoft.com/office/drawing/2014/main" id="{6B5372A2-20AC-7420-CC11-DBB9F29E9701}"/>
                </a:ext>
              </a:extLst>
            </p:cNvPr>
            <p:cNvCxnSpPr>
              <a:cxnSpLocks/>
              <a:stCxn id="8" idx="3"/>
              <a:endCxn id="20" idx="0"/>
            </p:cNvCxnSpPr>
            <p:nvPr/>
          </p:nvCxnSpPr>
          <p:spPr>
            <a:xfrm flipV="1">
              <a:off x="4402401" y="2431443"/>
              <a:ext cx="4745002" cy="558581"/>
            </a:xfrm>
            <a:prstGeom prst="curvedConnector4">
              <a:avLst>
                <a:gd name="adj1" fmla="val 24101"/>
                <a:gd name="adj2" fmla="val 340812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2D736735-0288-E912-4799-2F3AEDB27690}"/>
              </a:ext>
            </a:extLst>
          </p:cNvPr>
          <p:cNvSpPr txBox="1"/>
          <p:nvPr/>
        </p:nvSpPr>
        <p:spPr>
          <a:xfrm>
            <a:off x="265387" y="964742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MFA System Definition</a:t>
            </a:r>
            <a:endParaRPr lang="en-US" sz="2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1315626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63DD5-7FF4-192B-88D9-7D3BD418D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56">
            <a:extLst>
              <a:ext uri="{FF2B5EF4-FFF2-40B4-BE49-F238E27FC236}">
                <a16:creationId xmlns:a16="http://schemas.microsoft.com/office/drawing/2014/main" id="{3B44BD7D-B1E2-AE9B-1FA3-5E04D5394515}"/>
              </a:ext>
            </a:extLst>
          </p:cNvPr>
          <p:cNvSpPr txBox="1"/>
          <p:nvPr/>
        </p:nvSpPr>
        <p:spPr>
          <a:xfrm>
            <a:off x="265387" y="964742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MFA + LCA System Definition</a:t>
            </a:r>
            <a:endParaRPr lang="en-US" sz="2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grpSp>
        <p:nvGrpSpPr>
          <p:cNvPr id="2" name="Groupe 496">
            <a:extLst>
              <a:ext uri="{FF2B5EF4-FFF2-40B4-BE49-F238E27FC236}">
                <a16:creationId xmlns:a16="http://schemas.microsoft.com/office/drawing/2014/main" id="{CDDD1C95-8A5F-E03D-3AF2-2409B739F5EF}"/>
              </a:ext>
            </a:extLst>
          </p:cNvPr>
          <p:cNvGrpSpPr/>
          <p:nvPr/>
        </p:nvGrpSpPr>
        <p:grpSpPr>
          <a:xfrm>
            <a:off x="786062" y="1747066"/>
            <a:ext cx="10403306" cy="4758008"/>
            <a:chOff x="0" y="349877"/>
            <a:chExt cx="12001355" cy="6508123"/>
          </a:xfrm>
        </p:grpSpPr>
        <p:sp>
          <p:nvSpPr>
            <p:cNvPr id="4" name="Rectangle : coins arrondis 417">
              <a:extLst>
                <a:ext uri="{FF2B5EF4-FFF2-40B4-BE49-F238E27FC236}">
                  <a16:creationId xmlns:a16="http://schemas.microsoft.com/office/drawing/2014/main" id="{3B208667-B9A2-87FC-7308-1AC0843A04C1}"/>
                </a:ext>
              </a:extLst>
            </p:cNvPr>
            <p:cNvSpPr/>
            <p:nvPr/>
          </p:nvSpPr>
          <p:spPr>
            <a:xfrm>
              <a:off x="1670672" y="2009152"/>
              <a:ext cx="1920159" cy="2091945"/>
            </a:xfrm>
            <a:prstGeom prst="roundRect">
              <a:avLst>
                <a:gd name="adj" fmla="val 0"/>
              </a:avLst>
            </a:prstGeom>
            <a:ln w="12700">
              <a:solidFill>
                <a:srgbClr val="7030A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endParaRPr lang="en-US" sz="1000" dirty="0">
                <a:solidFill>
                  <a:srgbClr val="7030A0"/>
                </a:solidFill>
                <a:latin typeface="+mj-lt"/>
              </a:endParaRPr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C9BC6309-94C2-D864-77CF-5F782205DDAA}"/>
                </a:ext>
              </a:extLst>
            </p:cNvPr>
            <p:cNvSpPr/>
            <p:nvPr/>
          </p:nvSpPr>
          <p:spPr>
            <a:xfrm>
              <a:off x="1162206" y="349877"/>
              <a:ext cx="10839149" cy="6506224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000"/>
            </a:p>
          </p:txBody>
        </p:sp>
        <p:sp>
          <p:nvSpPr>
            <p:cNvPr id="59" name="Rectangle : coins arrondis 99">
              <a:extLst>
                <a:ext uri="{FF2B5EF4-FFF2-40B4-BE49-F238E27FC236}">
                  <a16:creationId xmlns:a16="http://schemas.microsoft.com/office/drawing/2014/main" id="{E3C5FD46-2740-3B49-81A6-B02260FF0668}"/>
                </a:ext>
              </a:extLst>
            </p:cNvPr>
            <p:cNvSpPr/>
            <p:nvPr/>
          </p:nvSpPr>
          <p:spPr>
            <a:xfrm>
              <a:off x="1699882" y="949954"/>
              <a:ext cx="9823800" cy="5301456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12700">
              <a:solidFill>
                <a:srgbClr val="C00000"/>
              </a:solidFill>
              <a:prstDash val="dash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00" noProof="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60" name="Rectangle : coins arrondis 4">
              <a:extLst>
                <a:ext uri="{FF2B5EF4-FFF2-40B4-BE49-F238E27FC236}">
                  <a16:creationId xmlns:a16="http://schemas.microsoft.com/office/drawing/2014/main" id="{2E037D66-8269-AD28-670E-F82B830EF1D9}"/>
                </a:ext>
              </a:extLst>
            </p:cNvPr>
            <p:cNvSpPr/>
            <p:nvPr/>
          </p:nvSpPr>
          <p:spPr>
            <a:xfrm>
              <a:off x="3062476" y="2631637"/>
              <a:ext cx="1339925" cy="716773"/>
            </a:xfrm>
            <a:prstGeom prst="roundRect">
              <a:avLst>
                <a:gd name="adj" fmla="val 0"/>
              </a:avLst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DECENTRALIZED TREATMENT</a:t>
              </a:r>
            </a:p>
          </p:txBody>
        </p:sp>
        <p:sp>
          <p:nvSpPr>
            <p:cNvPr id="61" name="Rectangle : coins arrondis 5">
              <a:extLst>
                <a:ext uri="{FF2B5EF4-FFF2-40B4-BE49-F238E27FC236}">
                  <a16:creationId xmlns:a16="http://schemas.microsoft.com/office/drawing/2014/main" id="{C2080B8B-C1CC-4DDB-1247-C2FC3BC9320E}"/>
                </a:ext>
              </a:extLst>
            </p:cNvPr>
            <p:cNvSpPr/>
            <p:nvPr/>
          </p:nvSpPr>
          <p:spPr>
            <a:xfrm>
              <a:off x="4697012" y="3763293"/>
              <a:ext cx="1178529" cy="716773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SECONDARY TREATMENT</a:t>
              </a:r>
            </a:p>
          </p:txBody>
        </p:sp>
        <p:sp>
          <p:nvSpPr>
            <p:cNvPr id="62" name="Rectangle : coins arrondis 6">
              <a:extLst>
                <a:ext uri="{FF2B5EF4-FFF2-40B4-BE49-F238E27FC236}">
                  <a16:creationId xmlns:a16="http://schemas.microsoft.com/office/drawing/2014/main" id="{3633E47C-1D94-1BFE-2914-A9FE03177BFC}"/>
                </a:ext>
              </a:extLst>
            </p:cNvPr>
            <p:cNvSpPr/>
            <p:nvPr/>
          </p:nvSpPr>
          <p:spPr>
            <a:xfrm>
              <a:off x="6113897" y="1508219"/>
              <a:ext cx="1920159" cy="2664928"/>
            </a:xfrm>
            <a:prstGeom prst="roundRect">
              <a:avLst>
                <a:gd name="adj" fmla="val 0"/>
              </a:avLst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sz="1000" dirty="0">
                  <a:solidFill>
                    <a:srgbClr val="7030A0"/>
                  </a:solidFill>
                  <a:latin typeface="+mj-lt"/>
                </a:rPr>
                <a:t>QUATERNARY TREATMENT</a:t>
              </a:r>
            </a:p>
          </p:txBody>
        </p:sp>
        <p:sp>
          <p:nvSpPr>
            <p:cNvPr id="63" name="Rectangle : coins arrondis 7">
              <a:extLst>
                <a:ext uri="{FF2B5EF4-FFF2-40B4-BE49-F238E27FC236}">
                  <a16:creationId xmlns:a16="http://schemas.microsoft.com/office/drawing/2014/main" id="{03E74F79-66B6-F678-C41B-82CCEDB4C5D7}"/>
                </a:ext>
              </a:extLst>
            </p:cNvPr>
            <p:cNvSpPr/>
            <p:nvPr/>
          </p:nvSpPr>
          <p:spPr>
            <a:xfrm>
              <a:off x="8872791" y="5532634"/>
              <a:ext cx="1238569" cy="545056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INCINERATION</a:t>
              </a:r>
            </a:p>
          </p:txBody>
        </p:sp>
        <p:sp>
          <p:nvSpPr>
            <p:cNvPr id="64" name="Rectangle : coins arrondis 8">
              <a:extLst>
                <a:ext uri="{FF2B5EF4-FFF2-40B4-BE49-F238E27FC236}">
                  <a16:creationId xmlns:a16="http://schemas.microsoft.com/office/drawing/2014/main" id="{6F9367A6-9DE9-4C4A-42A9-6D89F6A60470}"/>
                </a:ext>
              </a:extLst>
            </p:cNvPr>
            <p:cNvSpPr/>
            <p:nvPr/>
          </p:nvSpPr>
          <p:spPr>
            <a:xfrm>
              <a:off x="6276416" y="1869202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NO FURTHER </a:t>
              </a:r>
              <a:r>
                <a:rPr lang="en-US" sz="100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TREATMENT </a:t>
              </a:r>
              <a:endParaRPr lang="en-US" sz="100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65" name="Rectangle : coins arrondis 9">
              <a:extLst>
                <a:ext uri="{FF2B5EF4-FFF2-40B4-BE49-F238E27FC236}">
                  <a16:creationId xmlns:a16="http://schemas.microsoft.com/office/drawing/2014/main" id="{F74C596A-C790-52A8-A0E1-6A544A7C5F65}"/>
                </a:ext>
              </a:extLst>
            </p:cNvPr>
            <p:cNvSpPr/>
            <p:nvPr/>
          </p:nvSpPr>
          <p:spPr>
            <a:xfrm>
              <a:off x="6276415" y="2417669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ADVANCED OXIDATION TREATMENT</a:t>
              </a:r>
            </a:p>
          </p:txBody>
        </p:sp>
        <p:sp>
          <p:nvSpPr>
            <p:cNvPr id="66" name="Rectangle : coins arrondis 10">
              <a:extLst>
                <a:ext uri="{FF2B5EF4-FFF2-40B4-BE49-F238E27FC236}">
                  <a16:creationId xmlns:a16="http://schemas.microsoft.com/office/drawing/2014/main" id="{7BEEEE2C-0F4F-AC43-A4FE-8258A4B9DA4E}"/>
                </a:ext>
              </a:extLst>
            </p:cNvPr>
            <p:cNvSpPr/>
            <p:nvPr/>
          </p:nvSpPr>
          <p:spPr>
            <a:xfrm>
              <a:off x="6276415" y="2966136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OZONATION</a:t>
              </a:r>
            </a:p>
          </p:txBody>
        </p:sp>
        <p:sp>
          <p:nvSpPr>
            <p:cNvPr id="67" name="Rectangle : coins arrondis 11">
              <a:extLst>
                <a:ext uri="{FF2B5EF4-FFF2-40B4-BE49-F238E27FC236}">
                  <a16:creationId xmlns:a16="http://schemas.microsoft.com/office/drawing/2014/main" id="{A75491ED-670F-1B36-B011-081A4E7F2144}"/>
                </a:ext>
              </a:extLst>
            </p:cNvPr>
            <p:cNvSpPr/>
            <p:nvPr/>
          </p:nvSpPr>
          <p:spPr>
            <a:xfrm>
              <a:off x="6270783" y="3546360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ACTIVATED CARBON</a:t>
              </a:r>
            </a:p>
          </p:txBody>
        </p:sp>
        <p:sp>
          <p:nvSpPr>
            <p:cNvPr id="68" name="Rectangle : coins arrondis 12">
              <a:extLst>
                <a:ext uri="{FF2B5EF4-FFF2-40B4-BE49-F238E27FC236}">
                  <a16:creationId xmlns:a16="http://schemas.microsoft.com/office/drawing/2014/main" id="{590BA161-F770-DD30-8D67-E530C29B1850}"/>
                </a:ext>
              </a:extLst>
            </p:cNvPr>
            <p:cNvSpPr/>
            <p:nvPr/>
          </p:nvSpPr>
          <p:spPr>
            <a:xfrm>
              <a:off x="1701121" y="2701956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Industrial wastewater</a:t>
              </a:r>
            </a:p>
          </p:txBody>
        </p:sp>
        <p:sp>
          <p:nvSpPr>
            <p:cNvPr id="69" name="Rectangle : coins arrondis 13">
              <a:extLst>
                <a:ext uri="{FF2B5EF4-FFF2-40B4-BE49-F238E27FC236}">
                  <a16:creationId xmlns:a16="http://schemas.microsoft.com/office/drawing/2014/main" id="{D708614E-33C3-C98E-D63F-C54B78280CC6}"/>
                </a:ext>
              </a:extLst>
            </p:cNvPr>
            <p:cNvSpPr/>
            <p:nvPr/>
          </p:nvSpPr>
          <p:spPr>
            <a:xfrm>
              <a:off x="1710401" y="4492037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Domestic</a:t>
              </a:r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 wastewater</a:t>
              </a:r>
            </a:p>
          </p:txBody>
        </p:sp>
        <p:sp>
          <p:nvSpPr>
            <p:cNvPr id="70" name="Rectangle : coins arrondis 15">
              <a:extLst>
                <a:ext uri="{FF2B5EF4-FFF2-40B4-BE49-F238E27FC236}">
                  <a16:creationId xmlns:a16="http://schemas.microsoft.com/office/drawing/2014/main" id="{9B968A7F-4227-1203-C404-E12019A8E270}"/>
                </a:ext>
              </a:extLst>
            </p:cNvPr>
            <p:cNvSpPr/>
            <p:nvPr/>
          </p:nvSpPr>
          <p:spPr>
            <a:xfrm>
              <a:off x="7360013" y="5219615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Sludge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71" name="Rectangle : coins arrondis 16">
              <a:extLst>
                <a:ext uri="{FF2B5EF4-FFF2-40B4-BE49-F238E27FC236}">
                  <a16:creationId xmlns:a16="http://schemas.microsoft.com/office/drawing/2014/main" id="{7BCA962C-8C0B-AD99-6CCF-536A666C71FE}"/>
                </a:ext>
              </a:extLst>
            </p:cNvPr>
            <p:cNvSpPr/>
            <p:nvPr/>
          </p:nvSpPr>
          <p:spPr>
            <a:xfrm>
              <a:off x="7341628" y="4319315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Fertilizers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72" name="Losange 17">
              <a:extLst>
                <a:ext uri="{FF2B5EF4-FFF2-40B4-BE49-F238E27FC236}">
                  <a16:creationId xmlns:a16="http://schemas.microsoft.com/office/drawing/2014/main" id="{1BB49FDC-5893-CE18-2BD8-4879E9CBBA54}"/>
                </a:ext>
              </a:extLst>
            </p:cNvPr>
            <p:cNvSpPr/>
            <p:nvPr/>
          </p:nvSpPr>
          <p:spPr>
            <a:xfrm>
              <a:off x="8299659" y="2431443"/>
              <a:ext cx="1695488" cy="982539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Water discharge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73" name="Losange 18">
              <a:extLst>
                <a:ext uri="{FF2B5EF4-FFF2-40B4-BE49-F238E27FC236}">
                  <a16:creationId xmlns:a16="http://schemas.microsoft.com/office/drawing/2014/main" id="{4F55BFE8-B968-9228-7A38-A7CC86C7EDD2}"/>
                </a:ext>
              </a:extLst>
            </p:cNvPr>
            <p:cNvSpPr/>
            <p:nvPr/>
          </p:nvSpPr>
          <p:spPr>
            <a:xfrm>
              <a:off x="9289693" y="1227850"/>
              <a:ext cx="1891449" cy="1008055"/>
            </a:xfrm>
            <a:prstGeom prst="diamond">
              <a:avLst/>
            </a:prstGeom>
            <a:noFill/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Irrigation</a:t>
              </a:r>
            </a:p>
          </p:txBody>
        </p:sp>
        <p:cxnSp>
          <p:nvCxnSpPr>
            <p:cNvPr id="74" name="Connecteur en arc 22">
              <a:extLst>
                <a:ext uri="{FF2B5EF4-FFF2-40B4-BE49-F238E27FC236}">
                  <a16:creationId xmlns:a16="http://schemas.microsoft.com/office/drawing/2014/main" id="{2D2F2C57-1438-2772-3F1D-0981F6702E1A}"/>
                </a:ext>
              </a:extLst>
            </p:cNvPr>
            <p:cNvCxnSpPr>
              <a:cxnSpLocks/>
              <a:stCxn id="68" idx="3"/>
              <a:endCxn id="60" idx="1"/>
            </p:cNvCxnSpPr>
            <p:nvPr/>
          </p:nvCxnSpPr>
          <p:spPr>
            <a:xfrm>
              <a:off x="2872976" y="2990024"/>
              <a:ext cx="189500" cy="12700"/>
            </a:xfrm>
            <a:prstGeom prst="curvedConnector3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Connecteur en arc 26">
              <a:extLst>
                <a:ext uri="{FF2B5EF4-FFF2-40B4-BE49-F238E27FC236}">
                  <a16:creationId xmlns:a16="http://schemas.microsoft.com/office/drawing/2014/main" id="{874DC9C2-14D1-8B2C-6976-5DEE0D96F2F0}"/>
                </a:ext>
              </a:extLst>
            </p:cNvPr>
            <p:cNvCxnSpPr>
              <a:cxnSpLocks/>
              <a:stCxn id="69" idx="3"/>
              <a:endCxn id="61" idx="1"/>
            </p:cNvCxnSpPr>
            <p:nvPr/>
          </p:nvCxnSpPr>
          <p:spPr>
            <a:xfrm flipV="1">
              <a:off x="2882256" y="4121680"/>
              <a:ext cx="1814756" cy="658425"/>
            </a:xfrm>
            <a:prstGeom prst="curvedConnector3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Connecteur en arc 41">
              <a:extLst>
                <a:ext uri="{FF2B5EF4-FFF2-40B4-BE49-F238E27FC236}">
                  <a16:creationId xmlns:a16="http://schemas.microsoft.com/office/drawing/2014/main" id="{6D31FDB1-020D-C540-3C23-9E24A89B6469}"/>
                </a:ext>
              </a:extLst>
            </p:cNvPr>
            <p:cNvCxnSpPr>
              <a:cxnSpLocks/>
              <a:stCxn id="60" idx="3"/>
              <a:endCxn id="61" idx="1"/>
            </p:cNvCxnSpPr>
            <p:nvPr/>
          </p:nvCxnSpPr>
          <p:spPr>
            <a:xfrm>
              <a:off x="4402401" y="2990024"/>
              <a:ext cx="294611" cy="1131656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eur en arc 49">
              <a:extLst>
                <a:ext uri="{FF2B5EF4-FFF2-40B4-BE49-F238E27FC236}">
                  <a16:creationId xmlns:a16="http://schemas.microsoft.com/office/drawing/2014/main" id="{B395F9C5-45B6-6B72-8073-747B154DC783}"/>
                </a:ext>
              </a:extLst>
            </p:cNvPr>
            <p:cNvCxnSpPr>
              <a:cxnSpLocks/>
              <a:stCxn id="61" idx="3"/>
              <a:endCxn id="67" idx="1"/>
            </p:cNvCxnSpPr>
            <p:nvPr/>
          </p:nvCxnSpPr>
          <p:spPr>
            <a:xfrm flipV="1">
              <a:off x="5875541" y="3767597"/>
              <a:ext cx="395242" cy="354083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Connecteur en arc 52">
              <a:extLst>
                <a:ext uri="{FF2B5EF4-FFF2-40B4-BE49-F238E27FC236}">
                  <a16:creationId xmlns:a16="http://schemas.microsoft.com/office/drawing/2014/main" id="{23164C1E-2E53-DF0E-CEDE-6EA366057BDA}"/>
                </a:ext>
              </a:extLst>
            </p:cNvPr>
            <p:cNvCxnSpPr>
              <a:cxnSpLocks/>
              <a:stCxn id="61" idx="3"/>
              <a:endCxn id="66" idx="1"/>
            </p:cNvCxnSpPr>
            <p:nvPr/>
          </p:nvCxnSpPr>
          <p:spPr>
            <a:xfrm flipV="1">
              <a:off x="5875541" y="3187373"/>
              <a:ext cx="400874" cy="934307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Connecteur en arc 55">
              <a:extLst>
                <a:ext uri="{FF2B5EF4-FFF2-40B4-BE49-F238E27FC236}">
                  <a16:creationId xmlns:a16="http://schemas.microsoft.com/office/drawing/2014/main" id="{327BC4DB-6183-7A8D-3225-2DB5C0B63AC3}"/>
                </a:ext>
              </a:extLst>
            </p:cNvPr>
            <p:cNvCxnSpPr>
              <a:cxnSpLocks/>
              <a:stCxn id="61" idx="3"/>
              <a:endCxn id="65" idx="1"/>
            </p:cNvCxnSpPr>
            <p:nvPr/>
          </p:nvCxnSpPr>
          <p:spPr>
            <a:xfrm flipV="1">
              <a:off x="5875541" y="2638906"/>
              <a:ext cx="400874" cy="148277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Connecteur en arc 58">
              <a:extLst>
                <a:ext uri="{FF2B5EF4-FFF2-40B4-BE49-F238E27FC236}">
                  <a16:creationId xmlns:a16="http://schemas.microsoft.com/office/drawing/2014/main" id="{D2E64F1C-FDEB-EC88-3286-28DFBE27C1AD}"/>
                </a:ext>
              </a:extLst>
            </p:cNvPr>
            <p:cNvCxnSpPr>
              <a:cxnSpLocks/>
              <a:stCxn id="61" idx="3"/>
              <a:endCxn id="64" idx="1"/>
            </p:cNvCxnSpPr>
            <p:nvPr/>
          </p:nvCxnSpPr>
          <p:spPr>
            <a:xfrm flipV="1">
              <a:off x="5875541" y="2090439"/>
              <a:ext cx="400875" cy="2031241"/>
            </a:xfrm>
            <a:prstGeom prst="curvedConnector3">
              <a:avLst>
                <a:gd name="adj1" fmla="val 50000"/>
              </a:avLst>
            </a:prstGeom>
            <a:ln w="1905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Connecteur en arc 85">
              <a:extLst>
                <a:ext uri="{FF2B5EF4-FFF2-40B4-BE49-F238E27FC236}">
                  <a16:creationId xmlns:a16="http://schemas.microsoft.com/office/drawing/2014/main" id="{844E622E-806B-5783-50BE-8310C27C46FA}"/>
                </a:ext>
              </a:extLst>
            </p:cNvPr>
            <p:cNvCxnSpPr>
              <a:cxnSpLocks/>
              <a:stCxn id="101" idx="3"/>
              <a:endCxn id="70" idx="1"/>
            </p:cNvCxnSpPr>
            <p:nvPr/>
          </p:nvCxnSpPr>
          <p:spPr>
            <a:xfrm>
              <a:off x="6968822" y="5271375"/>
              <a:ext cx="391191" cy="236308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Connecteur en arc 89">
              <a:extLst>
                <a:ext uri="{FF2B5EF4-FFF2-40B4-BE49-F238E27FC236}">
                  <a16:creationId xmlns:a16="http://schemas.microsoft.com/office/drawing/2014/main" id="{48712EAE-B4E9-B5EB-D97B-09CD57553F2D}"/>
                </a:ext>
              </a:extLst>
            </p:cNvPr>
            <p:cNvCxnSpPr>
              <a:cxnSpLocks/>
              <a:stCxn id="70" idx="3"/>
              <a:endCxn id="63" idx="1"/>
            </p:cNvCxnSpPr>
            <p:nvPr/>
          </p:nvCxnSpPr>
          <p:spPr>
            <a:xfrm>
              <a:off x="8531868" y="5507683"/>
              <a:ext cx="340923" cy="297479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Rectangle : coins arrondis 93">
              <a:extLst>
                <a:ext uri="{FF2B5EF4-FFF2-40B4-BE49-F238E27FC236}">
                  <a16:creationId xmlns:a16="http://schemas.microsoft.com/office/drawing/2014/main" id="{DF8DF7FB-836E-1390-4D65-6B065E48DDAE}"/>
                </a:ext>
              </a:extLst>
            </p:cNvPr>
            <p:cNvSpPr/>
            <p:nvPr/>
          </p:nvSpPr>
          <p:spPr>
            <a:xfrm>
              <a:off x="10251758" y="4695238"/>
              <a:ext cx="1238568" cy="576136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28575"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SOIL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84" name="Rectangle : coins arrondis 98">
              <a:extLst>
                <a:ext uri="{FF2B5EF4-FFF2-40B4-BE49-F238E27FC236}">
                  <a16:creationId xmlns:a16="http://schemas.microsoft.com/office/drawing/2014/main" id="{8D5F81BE-7F23-67F4-7D5B-609253FA2525}"/>
                </a:ext>
              </a:extLst>
            </p:cNvPr>
            <p:cNvSpPr/>
            <p:nvPr/>
          </p:nvSpPr>
          <p:spPr>
            <a:xfrm>
              <a:off x="9612954" y="3437923"/>
              <a:ext cx="1244925" cy="545057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28575"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RIVER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cxnSp>
          <p:nvCxnSpPr>
            <p:cNvPr id="85" name="Connecteur en arc 100">
              <a:extLst>
                <a:ext uri="{FF2B5EF4-FFF2-40B4-BE49-F238E27FC236}">
                  <a16:creationId xmlns:a16="http://schemas.microsoft.com/office/drawing/2014/main" id="{62B16DF3-5F99-4D6E-FECB-A1DEF15A51FB}"/>
                </a:ext>
              </a:extLst>
            </p:cNvPr>
            <p:cNvCxnSpPr>
              <a:cxnSpLocks/>
              <a:stCxn id="101" idx="3"/>
              <a:endCxn id="71" idx="1"/>
            </p:cNvCxnSpPr>
            <p:nvPr/>
          </p:nvCxnSpPr>
          <p:spPr>
            <a:xfrm flipV="1">
              <a:off x="6968822" y="4607383"/>
              <a:ext cx="372806" cy="663992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Connecteur en arc 107">
              <a:extLst>
                <a:ext uri="{FF2B5EF4-FFF2-40B4-BE49-F238E27FC236}">
                  <a16:creationId xmlns:a16="http://schemas.microsoft.com/office/drawing/2014/main" id="{3BD8DBD8-5B1C-2B6F-46CE-1F9D3A449068}"/>
                </a:ext>
              </a:extLst>
            </p:cNvPr>
            <p:cNvCxnSpPr>
              <a:cxnSpLocks/>
              <a:stCxn id="71" idx="3"/>
              <a:endCxn id="83" idx="1"/>
            </p:cNvCxnSpPr>
            <p:nvPr/>
          </p:nvCxnSpPr>
          <p:spPr>
            <a:xfrm>
              <a:off x="8513483" y="4607383"/>
              <a:ext cx="1738275" cy="375923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Connecteur en arc 112">
              <a:extLst>
                <a:ext uri="{FF2B5EF4-FFF2-40B4-BE49-F238E27FC236}">
                  <a16:creationId xmlns:a16="http://schemas.microsoft.com/office/drawing/2014/main" id="{30E28B98-70A6-094B-FF22-C3546D474234}"/>
                </a:ext>
              </a:extLst>
            </p:cNvPr>
            <p:cNvCxnSpPr>
              <a:cxnSpLocks/>
              <a:stCxn id="64" idx="3"/>
              <a:endCxn id="72" idx="1"/>
            </p:cNvCxnSpPr>
            <p:nvPr/>
          </p:nvCxnSpPr>
          <p:spPr>
            <a:xfrm>
              <a:off x="7905191" y="2090439"/>
              <a:ext cx="394468" cy="83227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Connecteur en arc 119">
              <a:extLst>
                <a:ext uri="{FF2B5EF4-FFF2-40B4-BE49-F238E27FC236}">
                  <a16:creationId xmlns:a16="http://schemas.microsoft.com/office/drawing/2014/main" id="{596B3109-3752-9800-439D-69689883714E}"/>
                </a:ext>
              </a:extLst>
            </p:cNvPr>
            <p:cNvCxnSpPr>
              <a:cxnSpLocks/>
              <a:stCxn id="65" idx="3"/>
              <a:endCxn id="72" idx="1"/>
            </p:cNvCxnSpPr>
            <p:nvPr/>
          </p:nvCxnSpPr>
          <p:spPr>
            <a:xfrm>
              <a:off x="7905190" y="2638906"/>
              <a:ext cx="394469" cy="283807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Connecteur en arc 122">
              <a:extLst>
                <a:ext uri="{FF2B5EF4-FFF2-40B4-BE49-F238E27FC236}">
                  <a16:creationId xmlns:a16="http://schemas.microsoft.com/office/drawing/2014/main" id="{65699BEF-43EA-D9E5-6D69-486BB6936A2E}"/>
                </a:ext>
              </a:extLst>
            </p:cNvPr>
            <p:cNvCxnSpPr>
              <a:cxnSpLocks/>
              <a:stCxn id="66" idx="3"/>
              <a:endCxn id="72" idx="1"/>
            </p:cNvCxnSpPr>
            <p:nvPr/>
          </p:nvCxnSpPr>
          <p:spPr>
            <a:xfrm flipV="1">
              <a:off x="7905190" y="2922713"/>
              <a:ext cx="394469" cy="264660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Connecteur en arc 125">
              <a:extLst>
                <a:ext uri="{FF2B5EF4-FFF2-40B4-BE49-F238E27FC236}">
                  <a16:creationId xmlns:a16="http://schemas.microsoft.com/office/drawing/2014/main" id="{9029ED5E-471D-3A83-D9DC-B76F1A97D80A}"/>
                </a:ext>
              </a:extLst>
            </p:cNvPr>
            <p:cNvCxnSpPr>
              <a:cxnSpLocks/>
              <a:stCxn id="67" idx="3"/>
              <a:endCxn id="72" idx="1"/>
            </p:cNvCxnSpPr>
            <p:nvPr/>
          </p:nvCxnSpPr>
          <p:spPr>
            <a:xfrm flipV="1">
              <a:off x="7899558" y="2922713"/>
              <a:ext cx="400101" cy="84488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Connecteur en arc 129">
              <a:extLst>
                <a:ext uri="{FF2B5EF4-FFF2-40B4-BE49-F238E27FC236}">
                  <a16:creationId xmlns:a16="http://schemas.microsoft.com/office/drawing/2014/main" id="{481A0DEE-928B-A578-0A1A-6863DCDC5D99}"/>
                </a:ext>
              </a:extLst>
            </p:cNvPr>
            <p:cNvCxnSpPr>
              <a:cxnSpLocks/>
              <a:stCxn id="72" idx="2"/>
              <a:endCxn id="84" idx="1"/>
            </p:cNvCxnSpPr>
            <p:nvPr/>
          </p:nvCxnSpPr>
          <p:spPr>
            <a:xfrm rot="16200000" flipH="1">
              <a:off x="9231943" y="3329441"/>
              <a:ext cx="296470" cy="465551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Connecteur en arc 132">
              <a:extLst>
                <a:ext uri="{FF2B5EF4-FFF2-40B4-BE49-F238E27FC236}">
                  <a16:creationId xmlns:a16="http://schemas.microsoft.com/office/drawing/2014/main" id="{29FBD7EE-D936-D555-0A3C-5813062970F4}"/>
                </a:ext>
              </a:extLst>
            </p:cNvPr>
            <p:cNvCxnSpPr>
              <a:cxnSpLocks/>
              <a:endCxn id="73" idx="1"/>
            </p:cNvCxnSpPr>
            <p:nvPr/>
          </p:nvCxnSpPr>
          <p:spPr>
            <a:xfrm rot="5400000" flipH="1" flipV="1">
              <a:off x="8877542" y="2001738"/>
              <a:ext cx="682010" cy="142291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3" name="ZoneTexte 135">
              <a:extLst>
                <a:ext uri="{FF2B5EF4-FFF2-40B4-BE49-F238E27FC236}">
                  <a16:creationId xmlns:a16="http://schemas.microsoft.com/office/drawing/2014/main" id="{546F7B1B-1BEA-0EC4-5109-09BCBF866153}"/>
                </a:ext>
              </a:extLst>
            </p:cNvPr>
            <p:cNvSpPr txBox="1"/>
            <p:nvPr/>
          </p:nvSpPr>
          <p:spPr>
            <a:xfrm>
              <a:off x="1812372" y="1017796"/>
              <a:ext cx="1564828" cy="3367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00" dirty="0">
                  <a:solidFill>
                    <a:srgbClr val="C00000"/>
                  </a:solidFill>
                  <a:latin typeface="Arial Rounded MT Bold" panose="020F0704030504030204" pitchFamily="34" charset="77"/>
                </a:rPr>
                <a:t>MFA + LCA System</a:t>
              </a:r>
            </a:p>
          </p:txBody>
        </p:sp>
        <p:cxnSp>
          <p:nvCxnSpPr>
            <p:cNvPr id="94" name="Connecteur en arc 199">
              <a:extLst>
                <a:ext uri="{FF2B5EF4-FFF2-40B4-BE49-F238E27FC236}">
                  <a16:creationId xmlns:a16="http://schemas.microsoft.com/office/drawing/2014/main" id="{70A89748-AB8B-96F5-A567-C96E98C5DF64}"/>
                </a:ext>
              </a:extLst>
            </p:cNvPr>
            <p:cNvCxnSpPr>
              <a:cxnSpLocks/>
              <a:stCxn id="60" idx="3"/>
              <a:endCxn id="106" idx="2"/>
            </p:cNvCxnSpPr>
            <p:nvPr/>
          </p:nvCxnSpPr>
          <p:spPr>
            <a:xfrm flipV="1">
              <a:off x="4402401" y="1563521"/>
              <a:ext cx="526352" cy="1426503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Connecteur en arc 236">
              <a:extLst>
                <a:ext uri="{FF2B5EF4-FFF2-40B4-BE49-F238E27FC236}">
                  <a16:creationId xmlns:a16="http://schemas.microsoft.com/office/drawing/2014/main" id="{B560B0EF-560D-B1CF-AFF5-D4E70BE1A930}"/>
                </a:ext>
              </a:extLst>
            </p:cNvPr>
            <p:cNvCxnSpPr>
              <a:cxnSpLocks/>
              <a:stCxn id="73" idx="3"/>
              <a:endCxn id="83" idx="0"/>
            </p:cNvCxnSpPr>
            <p:nvPr/>
          </p:nvCxnSpPr>
          <p:spPr>
            <a:xfrm flipH="1">
              <a:off x="10871042" y="1731878"/>
              <a:ext cx="310100" cy="2963360"/>
            </a:xfrm>
            <a:prstGeom prst="curvedConnector4">
              <a:avLst>
                <a:gd name="adj1" fmla="val -73718"/>
                <a:gd name="adj2" fmla="val 58504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Rectangle : coins arrondis 260">
              <a:extLst>
                <a:ext uri="{FF2B5EF4-FFF2-40B4-BE49-F238E27FC236}">
                  <a16:creationId xmlns:a16="http://schemas.microsoft.com/office/drawing/2014/main" id="{3C0CD5B1-8A8D-0B6F-1C98-1D866D910AA1}"/>
                </a:ext>
              </a:extLst>
            </p:cNvPr>
            <p:cNvSpPr/>
            <p:nvPr/>
          </p:nvSpPr>
          <p:spPr>
            <a:xfrm>
              <a:off x="199675" y="515857"/>
              <a:ext cx="727522" cy="301489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Process</a:t>
              </a:r>
            </a:p>
          </p:txBody>
        </p:sp>
        <p:sp>
          <p:nvSpPr>
            <p:cNvPr id="97" name="Rectangle : coins arrondis 261">
              <a:extLst>
                <a:ext uri="{FF2B5EF4-FFF2-40B4-BE49-F238E27FC236}">
                  <a16:creationId xmlns:a16="http://schemas.microsoft.com/office/drawing/2014/main" id="{64EDE988-1143-123E-47C0-5A7ECF79089D}"/>
                </a:ext>
              </a:extLst>
            </p:cNvPr>
            <p:cNvSpPr/>
            <p:nvPr/>
          </p:nvSpPr>
          <p:spPr>
            <a:xfrm>
              <a:off x="199675" y="963169"/>
              <a:ext cx="727522" cy="301489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Flow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98" name="Rectangle : coins arrondis 292">
              <a:extLst>
                <a:ext uri="{FF2B5EF4-FFF2-40B4-BE49-F238E27FC236}">
                  <a16:creationId xmlns:a16="http://schemas.microsoft.com/office/drawing/2014/main" id="{D15A8CC8-531B-B0AE-4328-B6A298AEBE2A}"/>
                </a:ext>
              </a:extLst>
            </p:cNvPr>
            <p:cNvSpPr/>
            <p:nvPr/>
          </p:nvSpPr>
          <p:spPr>
            <a:xfrm>
              <a:off x="5395072" y="6435092"/>
              <a:ext cx="2272063" cy="229630"/>
            </a:xfrm>
            <a:prstGeom prst="roundRect">
              <a:avLst>
                <a:gd name="adj" fmla="val 0"/>
              </a:avLst>
            </a:prstGeom>
            <a:ln w="19050"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ENVIRONMENT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99" name="Rectangle : coins arrondis 306">
              <a:extLst>
                <a:ext uri="{FF2B5EF4-FFF2-40B4-BE49-F238E27FC236}">
                  <a16:creationId xmlns:a16="http://schemas.microsoft.com/office/drawing/2014/main" id="{73532FEE-68E9-1C33-67D2-C4F8C7F7F3E9}"/>
                </a:ext>
              </a:extLst>
            </p:cNvPr>
            <p:cNvSpPr/>
            <p:nvPr/>
          </p:nvSpPr>
          <p:spPr>
            <a:xfrm>
              <a:off x="10424793" y="6281864"/>
              <a:ext cx="664192" cy="576136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CO</a:t>
              </a:r>
              <a:r>
                <a:rPr lang="en-US" sz="1000" baseline="-25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2</a:t>
              </a:r>
            </a:p>
          </p:txBody>
        </p:sp>
        <p:cxnSp>
          <p:nvCxnSpPr>
            <p:cNvPr id="100" name="Connecteur en arc 313">
              <a:extLst>
                <a:ext uri="{FF2B5EF4-FFF2-40B4-BE49-F238E27FC236}">
                  <a16:creationId xmlns:a16="http://schemas.microsoft.com/office/drawing/2014/main" id="{2A4653A4-5DEF-897C-3408-C9FCE5495FE6}"/>
                </a:ext>
              </a:extLst>
            </p:cNvPr>
            <p:cNvCxnSpPr>
              <a:cxnSpLocks/>
              <a:stCxn id="99" idx="0"/>
              <a:endCxn id="63" idx="3"/>
            </p:cNvCxnSpPr>
            <p:nvPr/>
          </p:nvCxnSpPr>
          <p:spPr>
            <a:xfrm rot="16200000" flipV="1">
              <a:off x="10195774" y="5720748"/>
              <a:ext cx="476702" cy="645530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1" name="Losange 318">
              <a:extLst>
                <a:ext uri="{FF2B5EF4-FFF2-40B4-BE49-F238E27FC236}">
                  <a16:creationId xmlns:a16="http://schemas.microsoft.com/office/drawing/2014/main" id="{49CB69FC-1A6A-9499-4E50-3B9329982FD3}"/>
                </a:ext>
              </a:extLst>
            </p:cNvPr>
            <p:cNvSpPr/>
            <p:nvPr/>
          </p:nvSpPr>
          <p:spPr>
            <a:xfrm>
              <a:off x="5273334" y="4780105"/>
              <a:ext cx="1695488" cy="982539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Sludge separation</a:t>
              </a:r>
            </a:p>
          </p:txBody>
        </p:sp>
        <p:cxnSp>
          <p:nvCxnSpPr>
            <p:cNvPr id="102" name="Connecteur en arc 322">
              <a:extLst>
                <a:ext uri="{FF2B5EF4-FFF2-40B4-BE49-F238E27FC236}">
                  <a16:creationId xmlns:a16="http://schemas.microsoft.com/office/drawing/2014/main" id="{44959541-B28C-05A7-9440-E596804A2520}"/>
                </a:ext>
              </a:extLst>
            </p:cNvPr>
            <p:cNvCxnSpPr>
              <a:cxnSpLocks/>
              <a:stCxn id="61" idx="2"/>
              <a:endCxn id="101" idx="1"/>
            </p:cNvCxnSpPr>
            <p:nvPr/>
          </p:nvCxnSpPr>
          <p:spPr>
            <a:xfrm rot="5400000">
              <a:off x="4884152" y="4869249"/>
              <a:ext cx="791309" cy="12943"/>
            </a:xfrm>
            <a:prstGeom prst="curvedConnector4">
              <a:avLst>
                <a:gd name="adj1" fmla="val 18958"/>
                <a:gd name="adj2" fmla="val 1866206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Losange 337">
              <a:extLst>
                <a:ext uri="{FF2B5EF4-FFF2-40B4-BE49-F238E27FC236}">
                  <a16:creationId xmlns:a16="http://schemas.microsoft.com/office/drawing/2014/main" id="{12825C4F-1FC9-473E-76CC-8EB219931FEE}"/>
                </a:ext>
              </a:extLst>
            </p:cNvPr>
            <p:cNvSpPr/>
            <p:nvPr/>
          </p:nvSpPr>
          <p:spPr>
            <a:xfrm>
              <a:off x="0" y="1360049"/>
              <a:ext cx="1216491" cy="649104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LOGIC BOX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cxnSp>
          <p:nvCxnSpPr>
            <p:cNvPr id="104" name="Connecteur en arc 353">
              <a:extLst>
                <a:ext uri="{FF2B5EF4-FFF2-40B4-BE49-F238E27FC236}">
                  <a16:creationId xmlns:a16="http://schemas.microsoft.com/office/drawing/2014/main" id="{952A8B32-7914-6EDF-9ED9-9D41E599F586}"/>
                </a:ext>
              </a:extLst>
            </p:cNvPr>
            <p:cNvCxnSpPr>
              <a:cxnSpLocks/>
              <a:stCxn id="61" idx="0"/>
              <a:endCxn id="106" idx="2"/>
            </p:cNvCxnSpPr>
            <p:nvPr/>
          </p:nvCxnSpPr>
          <p:spPr>
            <a:xfrm rot="16200000" flipV="1">
              <a:off x="4007629" y="2484645"/>
              <a:ext cx="2199772" cy="35752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Connecteur en arc 364">
              <a:extLst>
                <a:ext uri="{FF2B5EF4-FFF2-40B4-BE49-F238E27FC236}">
                  <a16:creationId xmlns:a16="http://schemas.microsoft.com/office/drawing/2014/main" id="{BF996D64-E878-C279-1AD7-A058AA265828}"/>
                </a:ext>
              </a:extLst>
            </p:cNvPr>
            <p:cNvCxnSpPr>
              <a:cxnSpLocks/>
              <a:stCxn id="62" idx="1"/>
              <a:endCxn id="106" idx="2"/>
            </p:cNvCxnSpPr>
            <p:nvPr/>
          </p:nvCxnSpPr>
          <p:spPr>
            <a:xfrm rot="10800000">
              <a:off x="4928753" y="1563521"/>
              <a:ext cx="1185144" cy="1277162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Rectangle : coins arrondis 198">
              <a:extLst>
                <a:ext uri="{FF2B5EF4-FFF2-40B4-BE49-F238E27FC236}">
                  <a16:creationId xmlns:a16="http://schemas.microsoft.com/office/drawing/2014/main" id="{9110665F-36AB-8690-8BEB-8AABFD5B85B9}"/>
                </a:ext>
              </a:extLst>
            </p:cNvPr>
            <p:cNvSpPr/>
            <p:nvPr/>
          </p:nvSpPr>
          <p:spPr>
            <a:xfrm>
              <a:off x="4339488" y="987385"/>
              <a:ext cx="1178529" cy="576136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Oxidated </a:t>
              </a:r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 contaminants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107" name="Rectangle : coins arrondis 373">
              <a:extLst>
                <a:ext uri="{FF2B5EF4-FFF2-40B4-BE49-F238E27FC236}">
                  <a16:creationId xmlns:a16="http://schemas.microsoft.com/office/drawing/2014/main" id="{E066BED9-04F0-70B6-4433-25EA00BA62DB}"/>
                </a:ext>
              </a:extLst>
            </p:cNvPr>
            <p:cNvSpPr/>
            <p:nvPr/>
          </p:nvSpPr>
          <p:spPr>
            <a:xfrm>
              <a:off x="86806" y="2120989"/>
              <a:ext cx="983245" cy="344919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19050"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b="1" baseline="-25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Biosphere</a:t>
              </a:r>
              <a:endParaRPr lang="en-US" sz="1400" b="1" baseline="-25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cxnSp>
          <p:nvCxnSpPr>
            <p:cNvPr id="108" name="Connecteur en arc 473">
              <a:extLst>
                <a:ext uri="{FF2B5EF4-FFF2-40B4-BE49-F238E27FC236}">
                  <a16:creationId xmlns:a16="http://schemas.microsoft.com/office/drawing/2014/main" id="{D6E2D212-91FC-1835-67A0-86AE95816A47}"/>
                </a:ext>
              </a:extLst>
            </p:cNvPr>
            <p:cNvCxnSpPr>
              <a:cxnSpLocks/>
              <a:stCxn id="60" idx="3"/>
              <a:endCxn id="72" idx="0"/>
            </p:cNvCxnSpPr>
            <p:nvPr/>
          </p:nvCxnSpPr>
          <p:spPr>
            <a:xfrm flipV="1">
              <a:off x="4402401" y="2431443"/>
              <a:ext cx="4745002" cy="558581"/>
            </a:xfrm>
            <a:prstGeom prst="curvedConnector4">
              <a:avLst>
                <a:gd name="adj1" fmla="val 24101"/>
                <a:gd name="adj2" fmla="val 340812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9" name="Rectangle 108">
            <a:extLst>
              <a:ext uri="{FF2B5EF4-FFF2-40B4-BE49-F238E27FC236}">
                <a16:creationId xmlns:a16="http://schemas.microsoft.com/office/drawing/2014/main" id="{A6BE0D29-4F11-346E-03BF-2E75E37552D3}"/>
              </a:ext>
            </a:extLst>
          </p:cNvPr>
          <p:cNvSpPr/>
          <p:nvPr/>
        </p:nvSpPr>
        <p:spPr>
          <a:xfrm>
            <a:off x="3436590" y="3406264"/>
            <a:ext cx="1153007" cy="52402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10" name="Rectangle : coins arrondis 4">
            <a:extLst>
              <a:ext uri="{FF2B5EF4-FFF2-40B4-BE49-F238E27FC236}">
                <a16:creationId xmlns:a16="http://schemas.microsoft.com/office/drawing/2014/main" id="{CD983393-B994-936B-537A-C5F05D30F028}"/>
              </a:ext>
            </a:extLst>
          </p:cNvPr>
          <p:cNvSpPr/>
          <p:nvPr/>
        </p:nvSpPr>
        <p:spPr>
          <a:xfrm>
            <a:off x="819687" y="3421957"/>
            <a:ext cx="940202" cy="252166"/>
          </a:xfrm>
          <a:prstGeom prst="roundRect">
            <a:avLst>
              <a:gd name="adj" fmla="val 0"/>
            </a:avLst>
          </a:prstGeom>
          <a:ln w="28575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chemeClr val="tx2">
                    <a:lumMod val="75000"/>
                  </a:schemeClr>
                </a:solidFill>
                <a:latin typeface="+mj-lt"/>
              </a:rPr>
              <a:t>Technosphere</a:t>
            </a:r>
            <a:endParaRPr lang="en-US" sz="1000" b="1" noProof="0" dirty="0">
              <a:solidFill>
                <a:schemeClr val="tx2">
                  <a:lumMod val="75000"/>
                </a:schemeClr>
              </a:solidFill>
              <a:latin typeface="+mj-lt"/>
            </a:endParaRPr>
          </a:p>
        </p:txBody>
      </p:sp>
      <p:sp>
        <p:nvSpPr>
          <p:cNvPr id="165" name="Diamond 164">
            <a:extLst>
              <a:ext uri="{FF2B5EF4-FFF2-40B4-BE49-F238E27FC236}">
                <a16:creationId xmlns:a16="http://schemas.microsoft.com/office/drawing/2014/main" id="{D75C584A-0DB6-B5BF-697F-380E1D763536}"/>
              </a:ext>
            </a:extLst>
          </p:cNvPr>
          <p:cNvSpPr/>
          <p:nvPr/>
        </p:nvSpPr>
        <p:spPr>
          <a:xfrm>
            <a:off x="5384378" y="5007493"/>
            <a:ext cx="1439182" cy="696780"/>
          </a:xfrm>
          <a:prstGeom prst="diamond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pic>
        <p:nvPicPr>
          <p:cNvPr id="167" name="Graphic 166" descr="Truck with solid fill">
            <a:extLst>
              <a:ext uri="{FF2B5EF4-FFF2-40B4-BE49-F238E27FC236}">
                <a16:creationId xmlns:a16="http://schemas.microsoft.com/office/drawing/2014/main" id="{2073C94A-FF96-9C32-50C5-F8591B4367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74227" y="4782526"/>
            <a:ext cx="322270" cy="322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69480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07DB79-AC47-D73E-3DE8-5B6ED5735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56">
            <a:extLst>
              <a:ext uri="{FF2B5EF4-FFF2-40B4-BE49-F238E27FC236}">
                <a16:creationId xmlns:a16="http://schemas.microsoft.com/office/drawing/2014/main" id="{60BF8CF9-B44F-9B89-905E-7FA36829BFE4}"/>
              </a:ext>
            </a:extLst>
          </p:cNvPr>
          <p:cNvSpPr txBox="1"/>
          <p:nvPr/>
        </p:nvSpPr>
        <p:spPr>
          <a:xfrm>
            <a:off x="779737" y="2967335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3. MFA Results</a:t>
            </a:r>
          </a:p>
        </p:txBody>
      </p:sp>
    </p:spTree>
    <p:extLst>
      <p:ext uri="{BB962C8B-B14F-4D97-AF65-F5344CB8AC3E}">
        <p14:creationId xmlns:p14="http://schemas.microsoft.com/office/powerpoint/2010/main" val="12000493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different colored wires&#10;&#10;AI-generated content may be incorrect.">
            <a:extLst>
              <a:ext uri="{FF2B5EF4-FFF2-40B4-BE49-F238E27FC236}">
                <a16:creationId xmlns:a16="http://schemas.microsoft.com/office/drawing/2014/main" id="{7259F870-464B-9419-6C85-DFFC837F7B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82802"/>
            <a:ext cx="12192000" cy="380471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6201F68-253E-7A24-AE10-2AF501F44104}"/>
              </a:ext>
            </a:extLst>
          </p:cNvPr>
          <p:cNvSpPr txBox="1"/>
          <p:nvPr/>
        </p:nvSpPr>
        <p:spPr>
          <a:xfrm>
            <a:off x="255226" y="1015542"/>
            <a:ext cx="7519713" cy="83099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Total </a:t>
            </a:r>
          </a:p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Material Flow, summed over the dimensions </a:t>
            </a:r>
            <a:endParaRPr lang="en-US" sz="2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26019199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13F15E3A-37E8-743B-AA1B-76300541C787}"/>
              </a:ext>
            </a:extLst>
          </p:cNvPr>
          <p:cNvGrpSpPr/>
          <p:nvPr/>
        </p:nvGrpSpPr>
        <p:grpSpPr>
          <a:xfrm>
            <a:off x="0" y="996915"/>
            <a:ext cx="7755467" cy="2432085"/>
            <a:chOff x="0" y="991033"/>
            <a:chExt cx="12192000" cy="4121742"/>
          </a:xfrm>
        </p:grpSpPr>
        <p:pic>
          <p:nvPicPr>
            <p:cNvPr id="2" name="Picture 1" descr="A diagram of different colored lines&#10;&#10;AI-generated content may be incorrect.">
              <a:extLst>
                <a:ext uri="{FF2B5EF4-FFF2-40B4-BE49-F238E27FC236}">
                  <a16:creationId xmlns:a16="http://schemas.microsoft.com/office/drawing/2014/main" id="{D81D1CC2-7577-6177-EBB8-5163B12B4CE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1308059"/>
              <a:ext cx="12192000" cy="3804716"/>
            </a:xfrm>
            <a:prstGeom prst="rect">
              <a:avLst/>
            </a:prstGeom>
          </p:spPr>
        </p:pic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46A6F563-9CD7-0606-E47E-DCEE73C86966}"/>
                </a:ext>
              </a:extLst>
            </p:cNvPr>
            <p:cNvSpPr txBox="1"/>
            <p:nvPr/>
          </p:nvSpPr>
          <p:spPr>
            <a:xfrm>
              <a:off x="0" y="991033"/>
              <a:ext cx="7519713" cy="88672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US" sz="1400" dirty="0">
                  <a:solidFill>
                    <a:schemeClr val="bg2">
                      <a:lumMod val="25000"/>
                    </a:schemeClr>
                  </a:solidFill>
                  <a:latin typeface="Arial Rounded MT Bold" panose="020F0704030504030204" pitchFamily="34" charset="77"/>
                </a:rPr>
                <a:t>PkBudg650</a:t>
              </a:r>
            </a:p>
            <a:p>
              <a:r>
                <a:rPr lang="en-US" sz="1400" dirty="0">
                  <a:solidFill>
                    <a:schemeClr val="bg2">
                      <a:lumMod val="25000"/>
                    </a:schemeClr>
                  </a:solidFill>
                  <a:latin typeface="Arial Rounded MT Bold" panose="020F0704030504030204" pitchFamily="34" charset="77"/>
                </a:rPr>
                <a:t>Material Flow, summed over the dimensions </a:t>
              </a:r>
              <a:endParaRPr lang="en-US" sz="14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C3463924-2BC4-26E8-B8B4-39517B2713B8}"/>
              </a:ext>
            </a:extLst>
          </p:cNvPr>
          <p:cNvGrpSpPr/>
          <p:nvPr/>
        </p:nvGrpSpPr>
        <p:grpSpPr>
          <a:xfrm>
            <a:off x="0" y="3429000"/>
            <a:ext cx="7289800" cy="2787683"/>
            <a:chOff x="0" y="1015542"/>
            <a:chExt cx="12192000" cy="4122776"/>
          </a:xfrm>
        </p:grpSpPr>
        <p:pic>
          <p:nvPicPr>
            <p:cNvPr id="5" name="Picture 4" descr="A diagram of different colored lines&#10;&#10;AI-generated content may be incorrect.">
              <a:extLst>
                <a:ext uri="{FF2B5EF4-FFF2-40B4-BE49-F238E27FC236}">
                  <a16:creationId xmlns:a16="http://schemas.microsoft.com/office/drawing/2014/main" id="{6D752E7E-81A7-F0C1-127B-FE5694BA4D0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1333602"/>
              <a:ext cx="12192000" cy="3804716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ED7A297-481F-C038-7E7F-60DA7758CC41}"/>
                </a:ext>
              </a:extLst>
            </p:cNvPr>
            <p:cNvSpPr txBox="1"/>
            <p:nvPr/>
          </p:nvSpPr>
          <p:spPr>
            <a:xfrm>
              <a:off x="275547" y="1015542"/>
              <a:ext cx="7519713" cy="773803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US" sz="1400" dirty="0" err="1">
                  <a:solidFill>
                    <a:schemeClr val="bg2">
                      <a:lumMod val="25000"/>
                    </a:schemeClr>
                  </a:solidFill>
                  <a:latin typeface="Arial Rounded MT Bold" panose="020F0704030504030204" pitchFamily="34" charset="77"/>
                </a:rPr>
                <a:t>NPi</a:t>
              </a:r>
              <a:endParaRPr lang="en-US" sz="1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endParaRPr>
            </a:p>
            <a:p>
              <a:r>
                <a:rPr lang="en-US" sz="1400" dirty="0">
                  <a:solidFill>
                    <a:schemeClr val="bg2">
                      <a:lumMod val="25000"/>
                    </a:schemeClr>
                  </a:solidFill>
                  <a:latin typeface="Arial Rounded MT Bold" panose="020F0704030504030204" pitchFamily="34" charset="77"/>
                </a:rPr>
                <a:t>Material Flow, summed over the dimensions </a:t>
              </a:r>
              <a:endParaRPr lang="en-US" sz="14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endParaRP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84AA6083-BE9E-27C9-A0AC-2EB0544765C7}"/>
              </a:ext>
            </a:extLst>
          </p:cNvPr>
          <p:cNvSpPr txBox="1"/>
          <p:nvPr/>
        </p:nvSpPr>
        <p:spPr>
          <a:xfrm>
            <a:off x="6878819" y="4690534"/>
            <a:ext cx="3577513" cy="30777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No irrigation use</a:t>
            </a:r>
            <a:endParaRPr lang="en-US" sz="1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641335-D01B-0C21-4F2B-800FE29056F0}"/>
              </a:ext>
            </a:extLst>
          </p:cNvPr>
          <p:cNvSpPr txBox="1"/>
          <p:nvPr/>
        </p:nvSpPr>
        <p:spPr>
          <a:xfrm>
            <a:off x="6878818" y="1998713"/>
            <a:ext cx="3577513" cy="73866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More transfer from the decentralized treatment to the water discharge</a:t>
            </a:r>
            <a:endParaRPr lang="en-US" sz="1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1657662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3">
            <a:extLst>
              <a:ext uri="{FF2B5EF4-FFF2-40B4-BE49-F238E27FC236}">
                <a16:creationId xmlns:a16="http://schemas.microsoft.com/office/drawing/2014/main" id="{04D5BB29-0570-0E8B-EF7A-BEF7E3527F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02750"/>
            <a:ext cx="7878232" cy="232625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4AAC288-C695-333D-DC55-1830CCD9F11C}"/>
              </a:ext>
            </a:extLst>
          </p:cNvPr>
          <p:cNvSpPr txBox="1"/>
          <p:nvPr/>
        </p:nvSpPr>
        <p:spPr>
          <a:xfrm>
            <a:off x="265386" y="964742"/>
            <a:ext cx="7519713" cy="52322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2020 </a:t>
            </a:r>
          </a:p>
          <a:p>
            <a:r>
              <a:rPr lang="en-US" sz="1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Material Flow, summed over the dimensions </a:t>
            </a:r>
            <a:endParaRPr lang="en-US" sz="1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F4B721B-1728-BC2A-167D-22CE1096E843}"/>
              </a:ext>
            </a:extLst>
          </p:cNvPr>
          <p:cNvGrpSpPr/>
          <p:nvPr/>
        </p:nvGrpSpPr>
        <p:grpSpPr>
          <a:xfrm>
            <a:off x="152400" y="3428999"/>
            <a:ext cx="7878232" cy="2698784"/>
            <a:chOff x="93133" y="3107747"/>
            <a:chExt cx="12192000" cy="3750253"/>
          </a:xfrm>
        </p:grpSpPr>
        <p:pic>
          <p:nvPicPr>
            <p:cNvPr id="4" name="Image 3">
              <a:extLst>
                <a:ext uri="{FF2B5EF4-FFF2-40B4-BE49-F238E27FC236}">
                  <a16:creationId xmlns:a16="http://schemas.microsoft.com/office/drawing/2014/main" id="{E4C3CB1A-D15E-4635-FB14-F9EC124CEE0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3133" y="3258000"/>
              <a:ext cx="12192000" cy="3600000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F55796F-071D-62EA-5763-CB767C50ABEB}"/>
                </a:ext>
              </a:extLst>
            </p:cNvPr>
            <p:cNvSpPr txBox="1"/>
            <p:nvPr/>
          </p:nvSpPr>
          <p:spPr>
            <a:xfrm>
              <a:off x="371622" y="3107747"/>
              <a:ext cx="7519714" cy="72707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US" sz="1400" dirty="0">
                  <a:solidFill>
                    <a:schemeClr val="bg2">
                      <a:lumMod val="25000"/>
                    </a:schemeClr>
                  </a:solidFill>
                  <a:latin typeface="Arial Rounded MT Bold" panose="020F0704030504030204" pitchFamily="34" charset="77"/>
                </a:rPr>
                <a:t>2045 </a:t>
              </a:r>
            </a:p>
            <a:p>
              <a:r>
                <a:rPr lang="en-US" sz="1400" dirty="0">
                  <a:solidFill>
                    <a:schemeClr val="bg2">
                      <a:lumMod val="25000"/>
                    </a:schemeClr>
                  </a:solidFill>
                  <a:latin typeface="Arial Rounded MT Bold" panose="020F0704030504030204" pitchFamily="34" charset="77"/>
                </a:rPr>
                <a:t>Material Flow, summed over the dimensions </a:t>
              </a:r>
              <a:endParaRPr lang="en-US" sz="14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E0AFE446-49B2-DC0C-D125-3743F1402677}"/>
              </a:ext>
            </a:extLst>
          </p:cNvPr>
          <p:cNvSpPr txBox="1"/>
          <p:nvPr/>
        </p:nvSpPr>
        <p:spPr>
          <a:xfrm>
            <a:off x="7785099" y="3802722"/>
            <a:ext cx="3577513" cy="181588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Globally less quantity, from population loss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Irr</a:t>
            </a:r>
            <a:r>
              <a:rPr lang="en-US" sz="1400" dirty="0" err="1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igation</a:t>
            </a:r>
            <a:r>
              <a:rPr lang="en-US" sz="1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 use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More transfer from the decentralized treatment to the water discharge</a:t>
            </a:r>
          </a:p>
        </p:txBody>
      </p:sp>
    </p:spTree>
    <p:extLst>
      <p:ext uri="{BB962C8B-B14F-4D97-AF65-F5344CB8AC3E}">
        <p14:creationId xmlns:p14="http://schemas.microsoft.com/office/powerpoint/2010/main" val="11421335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4DD96-2A9F-52FF-799F-45633A582B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56">
            <a:extLst>
              <a:ext uri="{FF2B5EF4-FFF2-40B4-BE49-F238E27FC236}">
                <a16:creationId xmlns:a16="http://schemas.microsoft.com/office/drawing/2014/main" id="{71B824E1-CABF-89EF-7DE7-765259962A5E}"/>
              </a:ext>
            </a:extLst>
          </p:cNvPr>
          <p:cNvSpPr txBox="1"/>
          <p:nvPr/>
        </p:nvSpPr>
        <p:spPr>
          <a:xfrm>
            <a:off x="779737" y="2967335"/>
            <a:ext cx="693339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4. </a:t>
            </a:r>
            <a:r>
              <a:rPr lang="en-US" sz="48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MFA-LCA coupling</a:t>
            </a:r>
            <a:endParaRPr lang="en-US" sz="48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67D7EFB-B85F-5FFC-8553-76B5D315181D}"/>
              </a:ext>
            </a:extLst>
          </p:cNvPr>
          <p:cNvSpPr txBox="1"/>
          <p:nvPr/>
        </p:nvSpPr>
        <p:spPr>
          <a:xfrm>
            <a:off x="1553285" y="4140201"/>
            <a:ext cx="4153248" cy="46166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24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Our strategy : All in one! </a:t>
            </a:r>
          </a:p>
        </p:txBody>
      </p:sp>
    </p:spTree>
    <p:extLst>
      <p:ext uri="{BB962C8B-B14F-4D97-AF65-F5344CB8AC3E}">
        <p14:creationId xmlns:p14="http://schemas.microsoft.com/office/powerpoint/2010/main" val="29232200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C341507-E763-1D43-59F5-1DFF5C92A6DF}"/>
              </a:ext>
            </a:extLst>
          </p:cNvPr>
          <p:cNvSpPr txBox="1"/>
          <p:nvPr/>
        </p:nvSpPr>
        <p:spPr>
          <a:xfrm>
            <a:off x="1621016" y="1058334"/>
            <a:ext cx="8251115" cy="46166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24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How to recover the flows from the MFA results</a:t>
            </a:r>
          </a:p>
        </p:txBody>
      </p:sp>
      <p:graphicFrame>
        <p:nvGraphicFramePr>
          <p:cNvPr id="5" name="Object 4">
            <a:extLst>
              <a:ext uri="{FF2B5EF4-FFF2-40B4-BE49-F238E27FC236}">
                <a16:creationId xmlns:a16="http://schemas.microsoft.com/office/drawing/2014/main" id="{3A4D0051-A094-A579-DA84-F4319B7EADC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67126645"/>
              </p:ext>
            </p:extLst>
          </p:nvPr>
        </p:nvGraphicFramePr>
        <p:xfrm>
          <a:off x="8191149" y="0"/>
          <a:ext cx="2438400" cy="517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ackager Shell Object" showAsIcon="1" r:id="rId2" imgW="2438400" imgH="518018" progId="Package">
                  <p:embed/>
                </p:oleObj>
              </mc:Choice>
              <mc:Fallback>
                <p:oleObj name="Packager Shell Object" showAsIcon="1" r:id="rId2" imgW="2438400" imgH="518018" progId="Package">
                  <p:embed/>
                  <p:pic>
                    <p:nvPicPr>
                      <p:cNvPr id="5" name="Object 4">
                        <a:extLst>
                          <a:ext uri="{FF2B5EF4-FFF2-40B4-BE49-F238E27FC236}">
                            <a16:creationId xmlns:a16="http://schemas.microsoft.com/office/drawing/2014/main" id="{3A4D0051-A094-A579-DA84-F4319B7EADC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8191149" y="0"/>
                        <a:ext cx="2438400" cy="517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BA1A3BC-958B-FAAD-A302-A691113B315F}"/>
              </a:ext>
            </a:extLst>
          </p:cNvPr>
          <p:cNvSpPr txBox="1"/>
          <p:nvPr/>
        </p:nvSpPr>
        <p:spPr>
          <a:xfrm>
            <a:off x="0" y="1519999"/>
            <a:ext cx="12192000" cy="513384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get_values_from_mfa_system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 err="1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mfa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fd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MFASystem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scenarios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list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mfa_wt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dims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["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scenario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"].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items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times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list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mfa_wt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dims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["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time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"].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items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</a:b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flow_name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flow_obj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mfa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flows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items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():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flow_obj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dims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flow_obj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dims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time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times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scenario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scenarios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    amount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flow_obj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time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scenario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].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values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())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yield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flow_name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scenario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time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amount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dirty="0" err="1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flow_obj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dims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not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flow_obj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dims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time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times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amount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flow_obj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time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].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values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())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scenario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scenarios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yield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flow_name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scenario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time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amount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dirty="0" err="1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not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flow_obj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dims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flow_obj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dims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scenario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scenarios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amount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flow_obj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scenario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].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values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())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time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times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yield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flow_name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scenario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time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amount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dirty="0" err="1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not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flow_obj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dims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not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flow_obj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dims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amount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flow_obj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values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())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scenario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scenarios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time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times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yield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flow_name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scenario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time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amount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raise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8FBCBB"/>
                </a:solidFill>
                <a:effectLst/>
                <a:latin typeface="Consolas" panose="020B0609020204030204" pitchFamily="49" charset="0"/>
              </a:rPr>
              <a:t>ValueError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903034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D14D4DB-2AA1-AEB7-9E48-4D06D0C47B56}"/>
              </a:ext>
            </a:extLst>
          </p:cNvPr>
          <p:cNvSpPr txBox="1"/>
          <p:nvPr/>
        </p:nvSpPr>
        <p:spPr>
          <a:xfrm>
            <a:off x="1392417" y="939801"/>
            <a:ext cx="8251115" cy="46166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24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How to link the flows to the LCA inventory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CCABB2-2850-E9C0-B3FA-64967D385EDD}"/>
              </a:ext>
            </a:extLst>
          </p:cNvPr>
          <p:cNvSpPr txBox="1"/>
          <p:nvPr/>
        </p:nvSpPr>
        <p:spPr>
          <a:xfrm>
            <a:off x="313266" y="1861576"/>
            <a:ext cx="11243733" cy="369755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mapping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{}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flo_list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flow_name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GB" b="0" dirty="0">
                <a:solidFill>
                  <a:srgbClr val="B48EAD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GB" b="0" i="1" dirty="0">
                <a:solidFill>
                  <a:srgbClr val="4C566A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en-GB" b="0" i="1" dirty="0">
                <a:solidFill>
                  <a:srgbClr val="8597B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i="1" dirty="0" err="1">
                <a:solidFill>
                  <a:srgbClr val="8597BC"/>
                </a:solidFill>
                <a:effectLst/>
                <a:latin typeface="Consolas" panose="020B0609020204030204" pitchFamily="49" charset="0"/>
              </a:rPr>
              <a:t>flow_name</a:t>
            </a:r>
            <a:r>
              <a:rPr lang="en-GB" b="0" i="1" dirty="0">
                <a:solidFill>
                  <a:srgbClr val="8597BC"/>
                </a:solidFill>
                <a:effectLst/>
                <a:latin typeface="Consolas" panose="020B0609020204030204" pitchFamily="49" charset="0"/>
              </a:rPr>
              <a:t> is the first element of each tuple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node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i="1" dirty="0">
                <a:solidFill>
                  <a:srgbClr val="4C566A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en-GB" b="0" i="1" dirty="0">
                <a:solidFill>
                  <a:srgbClr val="8597BC"/>
                </a:solidFill>
                <a:effectLst/>
                <a:latin typeface="Consolas" panose="020B0609020204030204" pitchFamily="49" charset="0"/>
              </a:rPr>
              <a:t> Check code, code2, code3, etc. using .get() to handle missing keys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code1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")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flow_name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code2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")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flow_name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code3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")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flow_name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code4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")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flow_name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code5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")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flow_name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code6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")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flow_name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year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")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GB" b="0" dirty="0">
                <a:solidFill>
                  <a:srgbClr val="B48EA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]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scenario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")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GB" b="0" dirty="0">
                <a:solidFill>
                  <a:srgbClr val="B48EAD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]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mapping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flow_name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node</a:t>
            </a: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GB" b="0" i="1" dirty="0">
                <a:solidFill>
                  <a:srgbClr val="4C566A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en-GB" b="0" i="1" dirty="0">
                <a:solidFill>
                  <a:srgbClr val="8597BC"/>
                </a:solidFill>
                <a:effectLst/>
                <a:latin typeface="Consolas" panose="020B0609020204030204" pitchFamily="49" charset="0"/>
              </a:rPr>
              <a:t> Found a match, move to next flow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mapping</a:t>
            </a:r>
          </a:p>
        </p:txBody>
      </p:sp>
      <p:graphicFrame>
        <p:nvGraphicFramePr>
          <p:cNvPr id="6" name="Object 5">
            <a:extLst>
              <a:ext uri="{FF2B5EF4-FFF2-40B4-BE49-F238E27FC236}">
                <a16:creationId xmlns:a16="http://schemas.microsoft.com/office/drawing/2014/main" id="{CDF88A83-BD69-D5F3-D69A-E9E82A961EF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93595718"/>
              </p:ext>
            </p:extLst>
          </p:nvPr>
        </p:nvGraphicFramePr>
        <p:xfrm>
          <a:off x="8191149" y="0"/>
          <a:ext cx="2438400" cy="517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ackager Shell Object" showAsIcon="1" r:id="rId2" imgW="2438400" imgH="518018" progId="Package">
                  <p:embed/>
                </p:oleObj>
              </mc:Choice>
              <mc:Fallback>
                <p:oleObj name="Packager Shell Object" showAsIcon="1" r:id="rId2" imgW="2438400" imgH="518018" progId="Package">
                  <p:embed/>
                  <p:pic>
                    <p:nvPicPr>
                      <p:cNvPr id="6" name="Object 5">
                        <a:extLst>
                          <a:ext uri="{FF2B5EF4-FFF2-40B4-BE49-F238E27FC236}">
                            <a16:creationId xmlns:a16="http://schemas.microsoft.com/office/drawing/2014/main" id="{CDF88A83-BD69-D5F3-D69A-E9E82A961EF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8191149" y="0"/>
                        <a:ext cx="2438400" cy="517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5858182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44C09A7-1081-863E-FF0C-BC1B2DB6A345}"/>
              </a:ext>
            </a:extLst>
          </p:cNvPr>
          <p:cNvSpPr txBox="1"/>
          <p:nvPr/>
        </p:nvSpPr>
        <p:spPr>
          <a:xfrm>
            <a:off x="2125134" y="827221"/>
            <a:ext cx="7941731" cy="46166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24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How to process the LCA through </a:t>
            </a:r>
            <a:r>
              <a:rPr lang="en-US" sz="2400" noProof="0" dirty="0" err="1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ti</a:t>
            </a:r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me and scenario</a:t>
            </a:r>
            <a:endParaRPr lang="en-US" sz="2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4FE53039-E081-71F4-F2AC-2ECEFD8F824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3322204"/>
              </p:ext>
            </p:extLst>
          </p:nvPr>
        </p:nvGraphicFramePr>
        <p:xfrm>
          <a:off x="8191149" y="0"/>
          <a:ext cx="2438400" cy="517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ackager Shell Object" showAsIcon="1" r:id="rId2" imgW="2438400" imgH="518018" progId="Package">
                  <p:embed/>
                </p:oleObj>
              </mc:Choice>
              <mc:Fallback>
                <p:oleObj name="Packager Shell Object" showAsIcon="1" r:id="rId2" imgW="2438400" imgH="518018" progId="Package">
                  <p:embed/>
                  <p:pic>
                    <p:nvPicPr>
                      <p:cNvPr id="2" name="Object 1">
                        <a:extLst>
                          <a:ext uri="{FF2B5EF4-FFF2-40B4-BE49-F238E27FC236}">
                            <a16:creationId xmlns:a16="http://schemas.microsoft.com/office/drawing/2014/main" id="{4FE53039-E081-71F4-F2AC-2ECEFD8F824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8191149" y="0"/>
                        <a:ext cx="2438400" cy="517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760C16DD-3192-2DAB-39DD-6181D298BD92}"/>
              </a:ext>
            </a:extLst>
          </p:cNvPr>
          <p:cNvSpPr txBox="1"/>
          <p:nvPr/>
        </p:nvSpPr>
        <p:spPr>
          <a:xfrm>
            <a:off x="-38100" y="1365086"/>
            <a:ext cx="12268200" cy="549291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create_functional_unit_for_scenario_and_time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list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scenario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time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mapping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dict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dict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flow_amounts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{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n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amount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n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amount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data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s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scenario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t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time</a:t>
            </a: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</a:b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flow_amounts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flow_name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flow_name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node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mapping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items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()}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change_ei_version_for_exchanges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database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new_ei_version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"""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for node in database: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    for </a:t>
            </a:r>
            <a:r>
              <a:rPr lang="en-GB" b="0" dirty="0" err="1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exc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 in node: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        if </a:t>
            </a:r>
            <a:r>
              <a:rPr lang="en-GB" b="0" dirty="0" err="1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exc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["database"] == </a:t>
            </a:r>
            <a:r>
              <a:rPr lang="en-GB" b="0" dirty="0" err="1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old_ei_version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GB" b="0" dirty="0" err="1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exc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["database"] = </a:t>
            </a:r>
            <a:r>
              <a:rPr lang="en-GB" b="0" dirty="0" err="1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new_ei_version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        else: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            continue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dirty="0" err="1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exc.save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"""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database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apply_strategies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i="1" dirty="0">
                <a:solidFill>
                  <a:srgbClr val="4C566A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en-GB" b="0" i="1" dirty="0">
                <a:solidFill>
                  <a:srgbClr val="8597BC"/>
                </a:solidFill>
                <a:effectLst/>
                <a:latin typeface="Consolas" panose="020B0609020204030204" pitchFamily="49" charset="0"/>
              </a:rPr>
              <a:t> match database to itself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database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match_database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fields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["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",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unit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",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location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"])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i="1" dirty="0">
                <a:solidFill>
                  <a:srgbClr val="4C566A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en-GB" b="0" i="1" dirty="0">
                <a:solidFill>
                  <a:srgbClr val="8597BC"/>
                </a:solidFill>
                <a:effectLst/>
                <a:latin typeface="Consolas" panose="020B0609020204030204" pitchFamily="49" charset="0"/>
              </a:rPr>
              <a:t> match database to </a:t>
            </a:r>
            <a:r>
              <a:rPr lang="en-GB" b="0" i="1" dirty="0" err="1">
                <a:solidFill>
                  <a:srgbClr val="8597BC"/>
                </a:solidFill>
                <a:effectLst/>
                <a:latin typeface="Consolas" panose="020B0609020204030204" pitchFamily="49" charset="0"/>
              </a:rPr>
              <a:t>ecoinvent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database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match_database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new_ei_version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fields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["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",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location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",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reference product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"]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i="1" dirty="0">
                <a:solidFill>
                  <a:srgbClr val="4C566A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en-GB" b="0" i="1" dirty="0">
                <a:solidFill>
                  <a:srgbClr val="8597BC"/>
                </a:solidFill>
                <a:effectLst/>
                <a:latin typeface="Consolas" panose="020B0609020204030204" pitchFamily="49" charset="0"/>
              </a:rPr>
              <a:t> inspect unmatched exchanges or activities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database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statistics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())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database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write_database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()</a:t>
            </a:r>
            <a:endParaRPr lang="en-GB" dirty="0">
              <a:solidFill>
                <a:srgbClr val="7B88A1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database</a:t>
            </a:r>
          </a:p>
        </p:txBody>
      </p:sp>
    </p:spTree>
    <p:extLst>
      <p:ext uri="{BB962C8B-B14F-4D97-AF65-F5344CB8AC3E}">
        <p14:creationId xmlns:p14="http://schemas.microsoft.com/office/powerpoint/2010/main" val="20975203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93F766-1CD1-36D1-9BC5-A41AC1C67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7B219595-0077-AC2B-C04D-0A818FD619A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3322204"/>
              </p:ext>
            </p:extLst>
          </p:nvPr>
        </p:nvGraphicFramePr>
        <p:xfrm>
          <a:off x="8191149" y="0"/>
          <a:ext cx="2438400" cy="517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ackager Shell Object" showAsIcon="1" r:id="rId2" imgW="2438400" imgH="518018" progId="Package">
                  <p:embed/>
                </p:oleObj>
              </mc:Choice>
              <mc:Fallback>
                <p:oleObj name="Packager Shell Object" showAsIcon="1" r:id="rId2" imgW="2438400" imgH="518018" progId="Package">
                  <p:embed/>
                  <p:pic>
                    <p:nvPicPr>
                      <p:cNvPr id="2" name="Object 1">
                        <a:extLst>
                          <a:ext uri="{FF2B5EF4-FFF2-40B4-BE49-F238E27FC236}">
                            <a16:creationId xmlns:a16="http://schemas.microsoft.com/office/drawing/2014/main" id="{7B219595-0077-AC2B-C04D-0A818FD619A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8191149" y="0"/>
                        <a:ext cx="2438400" cy="517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073C70F-957B-E246-3D20-853982770D96}"/>
              </a:ext>
            </a:extLst>
          </p:cNvPr>
          <p:cNvSpPr txBox="1"/>
          <p:nvPr/>
        </p:nvSpPr>
        <p:spPr>
          <a:xfrm>
            <a:off x="2125134" y="827221"/>
            <a:ext cx="7941731" cy="46166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24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How to process the LCA through </a:t>
            </a:r>
            <a:r>
              <a:rPr lang="en-US" sz="2400" noProof="0" dirty="0" err="1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ti</a:t>
            </a:r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me and scenario</a:t>
            </a:r>
            <a:endParaRPr lang="en-US" sz="2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C95DF0-5060-7EF6-7C70-965DBA85628E}"/>
              </a:ext>
            </a:extLst>
          </p:cNvPr>
          <p:cNvSpPr txBox="1"/>
          <p:nvPr/>
        </p:nvSpPr>
        <p:spPr>
          <a:xfrm>
            <a:off x="-16933" y="1598582"/>
            <a:ext cx="12192000" cy="531337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lca_results_for_mfa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mapping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dict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impact_category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tuple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mfa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fd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MFASystem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list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data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list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get_values_from_mfa_system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mfa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i="1" dirty="0">
                <a:solidFill>
                  <a:srgbClr val="4C566A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en-GB" b="0" i="1" dirty="0">
                <a:solidFill>
                  <a:srgbClr val="8597BC"/>
                </a:solidFill>
                <a:effectLst/>
                <a:latin typeface="Consolas" panose="020B0609020204030204" pitchFamily="49" charset="0"/>
              </a:rPr>
              <a:t> Can filter the `data` parameter here for time and/or scenario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i="1" dirty="0">
                <a:solidFill>
                  <a:srgbClr val="4C566A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en-GB" b="0" i="1" dirty="0">
                <a:solidFill>
                  <a:srgbClr val="8597BC"/>
                </a:solidFill>
                <a:effectLst/>
                <a:latin typeface="Consolas" panose="020B0609020204030204" pitchFamily="49" charset="0"/>
              </a:rPr>
              <a:t> data = [line for line in data if line[2] == </a:t>
            </a:r>
            <a:r>
              <a:rPr lang="en-GB" b="0" i="1" dirty="0" err="1">
                <a:solidFill>
                  <a:srgbClr val="8597BC"/>
                </a:solidFill>
                <a:effectLst/>
                <a:latin typeface="Consolas" panose="020B0609020204030204" pitchFamily="49" charset="0"/>
              </a:rPr>
              <a:t>selected_year</a:t>
            </a:r>
            <a:r>
              <a:rPr lang="en-GB" b="0" i="1" dirty="0">
                <a:solidFill>
                  <a:srgbClr val="8597BC"/>
                </a:solidFill>
                <a:effectLst/>
                <a:latin typeface="Consolas" panose="020B0609020204030204" pitchFamily="49" charset="0"/>
              </a:rPr>
              <a:t> where </a:t>
            </a:r>
            <a:r>
              <a:rPr lang="en-GB" b="0" i="1" dirty="0" err="1">
                <a:solidFill>
                  <a:srgbClr val="8597BC"/>
                </a:solidFill>
                <a:effectLst/>
                <a:latin typeface="Consolas" panose="020B0609020204030204" pitchFamily="49" charset="0"/>
              </a:rPr>
              <a:t>selected_year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fake_functional_unit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obj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B48EAD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obj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mapping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values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()}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fu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data_objs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_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bd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prepare_lca_inputs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fake_functional_unit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method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impact_category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remapping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=False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lca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bc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LCA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fu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data_objs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data_objs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lca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lci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lca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lcia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</a:b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combinations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sorted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({(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line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GB" b="0" dirty="0">
                <a:solidFill>
                  <a:srgbClr val="B48EAD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],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line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GB" b="0" dirty="0">
                <a:solidFill>
                  <a:srgbClr val="B48EA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])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line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data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})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</a:b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results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[]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scenario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time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combinations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fu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create_functional_unit_for_scenario_and_time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GB" b="0" dirty="0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scenario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scenario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time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time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mapping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mapping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lca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lcia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demand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fu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i="1" dirty="0">
                <a:solidFill>
                  <a:srgbClr val="4C566A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en-GB" b="0" i="1" dirty="0">
                <a:solidFill>
                  <a:srgbClr val="8597BC"/>
                </a:solidFill>
                <a:effectLst/>
                <a:latin typeface="Consolas" panose="020B0609020204030204" pitchFamily="49" charset="0"/>
              </a:rPr>
              <a:t> Here you can add additional interpretation, such as contribution analysis. Up to you.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results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append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scenario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time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lca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results</a:t>
            </a:r>
          </a:p>
        </p:txBody>
      </p:sp>
    </p:spTree>
    <p:extLst>
      <p:ext uri="{BB962C8B-B14F-4D97-AF65-F5344CB8AC3E}">
        <p14:creationId xmlns:p14="http://schemas.microsoft.com/office/powerpoint/2010/main" val="17700036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C1AA9-ADC8-E953-AEC5-E0E1872411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56">
            <a:extLst>
              <a:ext uri="{FF2B5EF4-FFF2-40B4-BE49-F238E27FC236}">
                <a16:creationId xmlns:a16="http://schemas.microsoft.com/office/drawing/2014/main" id="{E704C30C-E49B-BAC5-299B-9DABFCECAC01}"/>
              </a:ext>
            </a:extLst>
          </p:cNvPr>
          <p:cNvSpPr txBox="1"/>
          <p:nvPr/>
        </p:nvSpPr>
        <p:spPr>
          <a:xfrm>
            <a:off x="779737" y="2967335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5. LCA Results</a:t>
            </a:r>
          </a:p>
        </p:txBody>
      </p:sp>
    </p:spTree>
    <p:extLst>
      <p:ext uri="{BB962C8B-B14F-4D97-AF65-F5344CB8AC3E}">
        <p14:creationId xmlns:p14="http://schemas.microsoft.com/office/powerpoint/2010/main" val="37528301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F6967375-4CB1-4B91-83DF-FD6F019462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7249" y="1009482"/>
            <a:ext cx="8781544" cy="5268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80350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AB4702CA-A801-4F78-90B0-A39D15FE3E5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80078" b="70215"/>
          <a:stretch/>
        </p:blipFill>
        <p:spPr>
          <a:xfrm>
            <a:off x="7982479" y="1738841"/>
            <a:ext cx="4048655" cy="2690284"/>
          </a:xfrm>
          <a:prstGeom prst="rect">
            <a:avLst/>
          </a:prstGeom>
        </p:spPr>
      </p:pic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F57FCDBC-E82A-4B30-8151-442D7AD40D57}"/>
              </a:ext>
            </a:extLst>
          </p:cNvPr>
          <p:cNvGrpSpPr/>
          <p:nvPr/>
        </p:nvGrpSpPr>
        <p:grpSpPr>
          <a:xfrm>
            <a:off x="623547" y="1523696"/>
            <a:ext cx="7171949" cy="3810608"/>
            <a:chOff x="1135989" y="1637692"/>
            <a:chExt cx="6093486" cy="3237598"/>
          </a:xfrm>
        </p:grpSpPr>
        <p:pic>
          <p:nvPicPr>
            <p:cNvPr id="3" name="Grafik 2">
              <a:extLst>
                <a:ext uri="{FF2B5EF4-FFF2-40B4-BE49-F238E27FC236}">
                  <a16:creationId xmlns:a16="http://schemas.microsoft.com/office/drawing/2014/main" id="{62C72AEC-59A4-4237-9FC6-4C2EF100ED8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r="77154" b="50327"/>
            <a:stretch/>
          </p:blipFill>
          <p:spPr>
            <a:xfrm>
              <a:off x="4236112" y="1637692"/>
              <a:ext cx="2993363" cy="2892581"/>
            </a:xfrm>
            <a:prstGeom prst="rect">
              <a:avLst/>
            </a:prstGeom>
          </p:spPr>
        </p:pic>
        <p:pic>
          <p:nvPicPr>
            <p:cNvPr id="4" name="Grafik 3">
              <a:extLst>
                <a:ext uri="{FF2B5EF4-FFF2-40B4-BE49-F238E27FC236}">
                  <a16:creationId xmlns:a16="http://schemas.microsoft.com/office/drawing/2014/main" id="{5CB382D1-67FB-42EE-91A5-BF908385818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t="50327" r="76339"/>
            <a:stretch/>
          </p:blipFill>
          <p:spPr>
            <a:xfrm>
              <a:off x="1135989" y="1982710"/>
              <a:ext cx="3100123" cy="289258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732880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Diagramm 3">
            <a:extLst>
              <a:ext uri="{FF2B5EF4-FFF2-40B4-BE49-F238E27FC236}">
                <a16:creationId xmlns:a16="http://schemas.microsoft.com/office/drawing/2014/main" id="{A4E63011-7F2E-4231-8F89-2F6CB267AE5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1269396"/>
              </p:ext>
            </p:extLst>
          </p:nvPr>
        </p:nvGraphicFramePr>
        <p:xfrm>
          <a:off x="1752599" y="1400174"/>
          <a:ext cx="3686175" cy="439102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" name="Diagramm 4">
            <a:extLst>
              <a:ext uri="{FF2B5EF4-FFF2-40B4-BE49-F238E27FC236}">
                <a16:creationId xmlns:a16="http://schemas.microsoft.com/office/drawing/2014/main" id="{E6492770-D5D4-47E9-B031-7D6B222631E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80788449"/>
              </p:ext>
            </p:extLst>
          </p:nvPr>
        </p:nvGraphicFramePr>
        <p:xfrm>
          <a:off x="6172199" y="1409700"/>
          <a:ext cx="3686175" cy="439102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218445720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1380</Words>
  <Application>Microsoft Office PowerPoint</Application>
  <PresentationFormat>Widescreen</PresentationFormat>
  <Paragraphs>233</Paragraphs>
  <Slides>21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9" baseType="lpstr">
      <vt:lpstr>Arial</vt:lpstr>
      <vt:lpstr>Arial Rounded MT Bold</vt:lpstr>
      <vt:lpstr>Calibri</vt:lpstr>
      <vt:lpstr>Calibri Light</vt:lpstr>
      <vt:lpstr>Consolas</vt:lpstr>
      <vt:lpstr>Wingdings</vt:lpstr>
      <vt:lpstr>Thème Office</vt:lpstr>
      <vt:lpstr>Packager Shell Object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Mamy</dc:creator>
  <cp:lastModifiedBy>David CLOUSIER</cp:lastModifiedBy>
  <cp:revision>46</cp:revision>
  <dcterms:created xsi:type="dcterms:W3CDTF">2025-11-13T16:08:56Z</dcterms:created>
  <dcterms:modified xsi:type="dcterms:W3CDTF">2025-11-14T13:50:32Z</dcterms:modified>
</cp:coreProperties>
</file>