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6_FDED5EF8.xml" ContentType="application/vnd.ms-powerpoint.comments+xml"/>
  <Override PartName="/ppt/comments/modernComment_101_6001014.xml" ContentType="application/vnd.ms-powerpoint.comments+xml"/>
  <Override PartName="/ppt/comments/modernComment_102_CA4F73BD.xml" ContentType="application/vnd.ms-powerpoint.comments+xml"/>
  <Override PartName="/ppt/comments/modernComment_103_7C9AD750.xml" ContentType="application/vnd.ms-powerpoint.comments+xml"/>
  <Override PartName="/ppt/comments/modernComment_104_9C88742F.xml" ContentType="application/vnd.ms-powerpoint.comments+xml"/>
  <Override PartName="/ppt/comments/modernComment_105_5AC3AF9B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63" r:id="rId3"/>
    <p:sldId id="271" r:id="rId4"/>
    <p:sldId id="273" r:id="rId5"/>
    <p:sldId id="274" r:id="rId6"/>
    <p:sldId id="265" r:id="rId7"/>
    <p:sldId id="268" r:id="rId8"/>
    <p:sldId id="269" r:id="rId9"/>
    <p:sldId id="272" r:id="rId10"/>
    <p:sldId id="262" r:id="rId11"/>
    <p:sldId id="257" r:id="rId12"/>
    <p:sldId id="258" r:id="rId13"/>
    <p:sldId id="259" r:id="rId14"/>
    <p:sldId id="260" r:id="rId15"/>
    <p:sldId id="261" r:id="rId1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344440-1645-F163-DD48-EE81A8C93DED}" name="David CLOUSIER" initials="DC" userId="S::david.clousier@list.lu::768240c1-c1f0-4ea5-ba36-477fb0372b0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2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Style léger 2 - Accentuation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80"/>
    <p:restoredTop sz="94730"/>
  </p:normalViewPr>
  <p:slideViewPr>
    <p:cSldViewPr snapToGrid="0">
      <p:cViewPr>
        <p:scale>
          <a:sx n="100" d="100"/>
          <a:sy n="100" d="100"/>
        </p:scale>
        <p:origin x="840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8/10/relationships/authors" Target="authors.xml"/></Relationships>
</file>

<file path=ppt/comments/modernComment_101_600101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0497F89-0A1E-495E-8D86-8ECDB068BF6E}" authorId="{83344440-1645-F163-DD48-EE81A8C93DED}" created="2025-11-13T18:53:00.02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0667412" sldId="257"/>
      <ac:picMk id="14" creationId="{6D96C345-5B47-EEA1-F8C7-D6F20EAAFF8B}"/>
    </ac:deMkLst>
    <p188:txBody>
      <a:bodyPr/>
      <a:lstStyle/>
      <a:p>
        <a:r>
          <a:rPr lang="en-GB"/>
          <a:t>High scenario, summed over everything else</a:t>
        </a:r>
      </a:p>
    </p188:txBody>
  </p188:cm>
</p188:cmLst>
</file>

<file path=ppt/comments/modernComment_102_CA4F73B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A99567E-D2E2-4117-A349-2826DF33C5CF}" authorId="{83344440-1645-F163-DD48-EE81A8C93DED}" created="2025-11-13T18:53:16.67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394204605" sldId="258"/>
      <ac:picMk id="3" creationId="{96FD3213-1AEE-D603-F9E2-58B952A3DA24}"/>
    </ac:deMkLst>
    <p188:txBody>
      <a:bodyPr/>
      <a:lstStyle/>
      <a:p>
        <a:r>
          <a:rPr lang="en-GB"/>
          <a:t>Low scenario, summed over everything else</a:t>
        </a:r>
      </a:p>
    </p188:txBody>
  </p188:cm>
</p188:cmLst>
</file>

<file path=ppt/comments/modernComment_103_7C9AD75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A7EADBB-460D-4F05-93AE-0ACD9FCF39B6}" authorId="{83344440-1645-F163-DD48-EE81A8C93DED}" created="2025-11-13T18:53:35.97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90522448" sldId="259"/>
      <ac:picMk id="3" creationId="{AFDB750F-6FB4-7635-C786-8FC851DAA611}"/>
    </ac:deMkLst>
    <p188:txBody>
      <a:bodyPr/>
      <a:lstStyle/>
      <a:p>
        <a:r>
          <a:rPr lang="en-GB"/>
          <a:t>2020 MFA, summed over everything else</a:t>
        </a:r>
      </a:p>
    </p188:txBody>
  </p188:cm>
</p188:cmLst>
</file>

<file path=ppt/comments/modernComment_104_9C88742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4147A11-01C7-4D2E-852E-992EC574BF15}" authorId="{83344440-1645-F163-DD48-EE81A8C93DED}" created="2025-11-13T18:54:00.54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626188335" sldId="260"/>
      <ac:picMk id="3" creationId="{1865928E-9A82-7D7F-B570-F36C38BCC06D}"/>
    </ac:deMkLst>
    <p188:txBody>
      <a:bodyPr/>
      <a:lstStyle/>
      <a:p>
        <a:r>
          <a:rPr lang="en-GB"/>
          <a:t>2035 MFA, summed over everything else</a:t>
        </a:r>
      </a:p>
    </p188:txBody>
  </p188:cm>
</p188:cmLst>
</file>

<file path=ppt/comments/modernComment_105_5AC3AF9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E5C627D-3384-45DB-A3CF-B118D1900EE5}" authorId="{83344440-1645-F163-DD48-EE81A8C93DED}" created="2025-11-13T18:54:17.7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522773915" sldId="261"/>
      <ac:picMk id="3" creationId="{BE855E42-AACD-6673-E0BE-465336C2F697}"/>
    </ac:deMkLst>
    <p188:txBody>
      <a:bodyPr/>
      <a:lstStyle/>
      <a:p>
        <a:r>
          <a:rPr lang="en-GB"/>
          <a:t>2045 MFA, summed over everything else</a:t>
        </a:r>
      </a:p>
    </p188:txBody>
  </p188:cm>
</p188:cmLst>
</file>

<file path=ppt/comments/modernComment_106_FDED5EF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2F4514-BA01-4FEC-A3FD-2B58B04BB88E}" authorId="{83344440-1645-F163-DD48-EE81A8C93DED}" created="2025-11-13T18:54:53.2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60191992" sldId="262"/>
      <ac:picMk id="3" creationId="{1E195B2C-4136-46E6-671C-9CB75D1AE2E7}"/>
    </ac:deMkLst>
    <p188:txBody>
      <a:bodyPr/>
      <a:lstStyle/>
      <a:p>
        <a:r>
          <a:rPr lang="en-GB"/>
          <a:t>MFA sankey diagram, summed over everything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146035-E467-484C-A45B-E027918AA835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D929E6-8A8A-7849-B07E-EF3F10F499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2184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B32220-B75A-CD75-AF6D-95395D3CF2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1CE33FD-3844-A18D-A3C3-45AC058A37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656FCF-BC7D-B981-8D47-7E234F40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F798B2-64F4-B287-DCE4-76DE8E8BD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561E34-B1DD-8933-E1DC-3AC348B1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250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2EE9AA-0C38-DE0E-C9AE-2448A1FF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E475EB-5F24-891B-3D5A-6D0C6BDF5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F313A9-672F-F4C9-8E6A-788A4B6A0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EB8011-798F-13C2-99F6-688E4090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0263A9-DE07-902E-1BF5-85D0518EC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473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D09D-EF37-C019-205E-107944142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02383-203B-E8B1-DEC5-325B5E155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3E7ADD-FC11-D920-4A92-A8318308C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6F565B-CD92-114C-44D5-75E6455AB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30E2E2-6088-4B0C-D2AB-66262680B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08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37222-04BB-FEEC-5B1C-2B7E6DCE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86D44A-9382-4323-14A1-812CDB79BC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7201B3-0C3C-6B20-3292-E9384B4E9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77F179E-9E22-BE2F-ECAB-B286BE5A8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00FB7E-F87C-3499-F034-C3DFB57A0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A74F6A3-F5B3-661C-4D54-21AE5EE8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264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4BB313-C41F-4D53-E867-90F0A95B6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FD2A2F6-B4C4-C442-EB58-223FC96A4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D8A8DFD-5AB9-D841-8983-321BF5637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D84FF6A-22A7-2580-F626-0CCB83E32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4DCFE44-D7B9-E8B6-0C6D-39BDA42801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3B3E07F-E770-52DF-66E9-853D6D8DA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90B7F4A-58BE-8FA2-AB61-51E18FDF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8D1549E-9DA9-C8BD-19C3-77C69B7E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041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12830B-464B-5D1A-B70F-40FCCE07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5505D01-1F1B-E552-3940-7ECF87EFE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829BCA-D5B1-F2D1-951E-204050D5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D70D0E-9C60-C86F-A5E4-93D6E855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9125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F35484-1303-E7B5-D4F5-B0D48AF88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BFAF14-DC17-CA87-FEC5-2453EBDFA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310C38-6EF4-2BC2-88A2-710600472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fr-FR" dirty="0"/>
              <a:t>| </a:t>
            </a:r>
            <a:fld id="{778F5207-2293-314B-95F1-12759B93D428}" type="slidenum">
              <a:rPr lang="fr-FR" smtClean="0">
                <a:latin typeface="Arial Rounded MT Bold" panose="020F0704030504030204" pitchFamily="34" charset="77"/>
              </a:rPr>
              <a:pPr/>
              <a:t>‹#›</a:t>
            </a:fld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8EDC293-C216-780E-3A3D-D4644F0D6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10476367" y="-28398"/>
            <a:ext cx="1276264" cy="115564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A8422BC-D2CA-4563-7EC8-C14A1269C8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9369" y="136525"/>
            <a:ext cx="2125156" cy="825797"/>
          </a:xfrm>
          <a:prstGeom prst="rect">
            <a:avLst/>
          </a:prstGeom>
        </p:spPr>
      </p:pic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1D1AD85-F868-0BBB-FC09-3A36C05C1D56}"/>
              </a:ext>
            </a:extLst>
          </p:cNvPr>
          <p:cNvCxnSpPr>
            <a:cxnSpLocks/>
            <a:stCxn id="6" idx="3"/>
            <a:endCxn id="5" idx="1"/>
          </p:cNvCxnSpPr>
          <p:nvPr userDrawn="1"/>
        </p:nvCxnSpPr>
        <p:spPr>
          <a:xfrm flipV="1">
            <a:off x="2564525" y="549423"/>
            <a:ext cx="7911842" cy="1"/>
          </a:xfrm>
          <a:prstGeom prst="line">
            <a:avLst/>
          </a:prstGeom>
          <a:ln>
            <a:solidFill>
              <a:srgbClr val="3D52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9438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5B7CF3-5BFA-953C-5A6B-D5E1131F3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FD73C1-E6BD-F47C-F9EF-FDD7CA9602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2312A3-D97A-0A65-78CB-039DD84A6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B8E5E51-375A-F1B4-0434-3380736BE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43775F-61F7-1279-9177-2824EC40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F52457-B91A-38ED-9422-BCFE5BC2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6906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B064AC-AC6D-F952-D3F7-573556C6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5897318-6B9F-B51F-E657-080AF5081C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2CE455C-1A13-29EE-16D9-F4379472D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9A0911-6D78-FA57-53C6-A9403EF64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98637E-888D-4841-0515-6F77C071C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B2EBFE6-3C63-CD0D-FD0F-98D7D23BA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1618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1DDA1D-62AD-0BD8-4085-C8F378D51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667E69-870A-08CF-616C-8BA6A295A3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CD500-9AE5-94DD-604F-697BE9A3D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6C48C5-3341-FAB8-CE33-FEA0BE9E2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DC547B-F5AB-FC15-1DAA-35DFD0BB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9506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949C522-8F35-761C-1650-8492AD573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DE1DD47-4FEA-DE44-F39C-595235C91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050B246-A80D-928C-7094-F5FAD0BA2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2EDA3A-CD4D-B1C3-394D-8CCB23A0E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35214-EE76-FDBA-EDDE-DC0B8E55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014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D2C86AF-46C8-0095-E5B1-72FC2E9B0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54C34C-3D1B-2770-8620-222470971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89CE61-C2FC-D81C-2609-0C58C60D4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9068A8-5188-0F82-99FF-03DA19621B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D1680F-8B17-8D80-FFE0-7B8535311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7589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8/10/relationships/comments" Target="../comments/modernComment_106_FDED5EF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microsoft.com/office/2018/10/relationships/comments" Target="../comments/modernComment_101_6001014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8/10/relationships/comments" Target="../comments/modernComment_102_CA4F73BD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8/10/relationships/comments" Target="../comments/modernComment_103_7C9AD75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8/10/relationships/comments" Target="../comments/modernComment_104_9C88742F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microsoft.com/office/2018/10/relationships/comments" Target="../comments/modernComment_105_5AC3AF9B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F4F33F2D-1A69-FE07-B8A6-616A195A693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28857" y="359008"/>
            <a:ext cx="4672065" cy="181548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E805C04-ED01-EC0C-6850-92AB32AAB6E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9292083" y="242235"/>
            <a:ext cx="2133938" cy="193225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8064954F-6E6D-7500-2D66-2843A79C4CD9}"/>
              </a:ext>
            </a:extLst>
          </p:cNvPr>
          <p:cNvSpPr txBox="1"/>
          <p:nvPr/>
        </p:nvSpPr>
        <p:spPr>
          <a:xfrm>
            <a:off x="1098696" y="2890391"/>
            <a:ext cx="999460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P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ROSPECTIVE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A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SSESSEMENT OF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W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ASTEWATER TREATMENT </a:t>
            </a:r>
          </a:p>
          <a:p>
            <a:pPr algn="ctr"/>
            <a:r>
              <a:rPr lang="fr-FR" sz="2800" dirty="0">
                <a:solidFill>
                  <a:srgbClr val="3D5243"/>
                </a:solidFill>
                <a:latin typeface="+mj-lt"/>
              </a:rPr>
              <a:t>IN GERMANY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EE27A7C-7424-C6C1-E914-3C3716D6EFAC}"/>
              </a:ext>
            </a:extLst>
          </p:cNvPr>
          <p:cNvSpPr txBox="1"/>
          <p:nvPr/>
        </p:nvSpPr>
        <p:spPr>
          <a:xfrm>
            <a:off x="428857" y="4929332"/>
            <a:ext cx="47899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Group </a:t>
            </a:r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members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: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Sabrina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Grüner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David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Clousier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solidFill>
                  <a:srgbClr val="3D5243"/>
                </a:solidFill>
                <a:latin typeface="+mj-lt"/>
              </a:rPr>
              <a:t>Isabela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Pichardo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-Velázquez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Matthias Welker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Mamy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Harimisa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Radanielina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F88535F-E430-8CE2-1F7E-000347A7E5DA}"/>
              </a:ext>
            </a:extLst>
          </p:cNvPr>
          <p:cNvSpPr txBox="1"/>
          <p:nvPr/>
        </p:nvSpPr>
        <p:spPr>
          <a:xfrm>
            <a:off x="8442604" y="6160438"/>
            <a:ext cx="30837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November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 14th, 2025 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54542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0166E-019F-2F80-CD13-7E745DD2F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25A14F9-2847-9D0C-84C6-5079A96276B6}"/>
              </a:ext>
            </a:extLst>
          </p:cNvPr>
          <p:cNvSpPr txBox="1"/>
          <p:nvPr/>
        </p:nvSpPr>
        <p:spPr>
          <a:xfrm>
            <a:off x="557560" y="1271239"/>
            <a:ext cx="21285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OVERVIEW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AFF4E7E-FF8B-7A6A-9E38-17F4300EE873}"/>
              </a:ext>
            </a:extLst>
          </p:cNvPr>
          <p:cNvSpPr txBox="1"/>
          <p:nvPr/>
        </p:nvSpPr>
        <p:spPr>
          <a:xfrm>
            <a:off x="1918010" y="1970048"/>
            <a:ext cx="9166302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Context and objectives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Results and discussion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Conclusion and perspectives</a:t>
            </a:r>
          </a:p>
        </p:txBody>
      </p:sp>
    </p:spTree>
    <p:extLst>
      <p:ext uri="{BB962C8B-B14F-4D97-AF65-F5344CB8AC3E}">
        <p14:creationId xmlns:p14="http://schemas.microsoft.com/office/powerpoint/2010/main" val="482031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69104-8F50-AD31-7040-C0642360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F639218C-EBAF-CC47-1764-236847671121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1</a:t>
            </a:r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. Objectives</a:t>
            </a:r>
          </a:p>
        </p:txBody>
      </p:sp>
    </p:spTree>
    <p:extLst>
      <p:ext uri="{BB962C8B-B14F-4D97-AF65-F5344CB8AC3E}">
        <p14:creationId xmlns:p14="http://schemas.microsoft.com/office/powerpoint/2010/main" val="889888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034B6-DFB3-F68D-A875-2AEDD9469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983071B1-5509-61DC-75B5-DD117BA6617F}"/>
              </a:ext>
            </a:extLst>
          </p:cNvPr>
          <p:cNvSpPr txBox="1"/>
          <p:nvPr/>
        </p:nvSpPr>
        <p:spPr>
          <a:xfrm>
            <a:off x="557560" y="1271239"/>
            <a:ext cx="20378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Objectives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D71BD5-8F35-5E04-ED5C-9CCA868C1067}"/>
              </a:ext>
            </a:extLst>
          </p:cNvPr>
          <p:cNvSpPr txBox="1"/>
          <p:nvPr/>
        </p:nvSpPr>
        <p:spPr>
          <a:xfrm>
            <a:off x="676275" y="2137359"/>
            <a:ext cx="108394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Obtain the future environmental impact of different wastewater treatment technologies by integrating MFA and prospective LCA approaches.</a:t>
            </a:r>
          </a:p>
          <a:p>
            <a:endParaRPr lang="en-IE" dirty="0"/>
          </a:p>
          <a:p>
            <a:endParaRPr lang="en-IE" dirty="0"/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661261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A6F18-243F-FAF9-A959-6F57DA5F3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C0AF63F7-D63E-5971-F8F1-A5D806DAD0B8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2. Methodology</a:t>
            </a:r>
          </a:p>
        </p:txBody>
      </p:sp>
    </p:spTree>
    <p:extLst>
      <p:ext uri="{BB962C8B-B14F-4D97-AF65-F5344CB8AC3E}">
        <p14:creationId xmlns:p14="http://schemas.microsoft.com/office/powerpoint/2010/main" val="118777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9EEBF-E2F5-FA0D-0623-CD83CC5BC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7342DBE-D323-40D1-203B-7E14D1934799}"/>
              </a:ext>
            </a:extLst>
          </p:cNvPr>
          <p:cNvSpPr txBox="1"/>
          <p:nvPr/>
        </p:nvSpPr>
        <p:spPr>
          <a:xfrm>
            <a:off x="557560" y="1271239"/>
            <a:ext cx="24400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Assumptions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A503EEAC-D6B0-769E-C999-2EAA3B034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9886872"/>
              </p:ext>
            </p:extLst>
          </p:nvPr>
        </p:nvGraphicFramePr>
        <p:xfrm>
          <a:off x="1470524" y="2098929"/>
          <a:ext cx="9250951" cy="2660142"/>
        </p:xfrm>
        <a:graphic>
          <a:graphicData uri="http://schemas.openxmlformats.org/drawingml/2006/table">
            <a:tbl>
              <a:tblPr firstRow="1" firstCol="1" bandRow="1">
                <a:tableStyleId>{F2DE63D5-997A-4646-A377-4702673A728D}</a:tableStyleId>
              </a:tblPr>
              <a:tblGrid>
                <a:gridCol w="1765136">
                  <a:extLst>
                    <a:ext uri="{9D8B030D-6E8A-4147-A177-3AD203B41FA5}">
                      <a16:colId xmlns:a16="http://schemas.microsoft.com/office/drawing/2014/main" val="1380024091"/>
                    </a:ext>
                  </a:extLst>
                </a:gridCol>
                <a:gridCol w="2643859">
                  <a:extLst>
                    <a:ext uri="{9D8B030D-6E8A-4147-A177-3AD203B41FA5}">
                      <a16:colId xmlns:a16="http://schemas.microsoft.com/office/drawing/2014/main" val="3676645733"/>
                    </a:ext>
                  </a:extLst>
                </a:gridCol>
                <a:gridCol w="4841956">
                  <a:extLst>
                    <a:ext uri="{9D8B030D-6E8A-4147-A177-3AD203B41FA5}">
                      <a16:colId xmlns:a16="http://schemas.microsoft.com/office/drawing/2014/main" val="3025346432"/>
                    </a:ext>
                  </a:extLst>
                </a:gridCol>
              </a:tblGrid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DIMENSION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DESCRIPTION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VALUE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03789866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r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Country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Germany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72348557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s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Scenario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High/low environmental policy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92741841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y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years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2020/2035/2045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838994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c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Type of carrier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Sludge/water/oxidized contaminants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0453458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x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Substance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Carrier/CEC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737557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g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Technology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No further treatment/Advanced oxidizing process/Ozonation/Granular activated carbon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879246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8877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18715-AA0A-0A63-9095-9119D0396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496">
            <a:extLst>
              <a:ext uri="{FF2B5EF4-FFF2-40B4-BE49-F238E27FC236}">
                <a16:creationId xmlns:a16="http://schemas.microsoft.com/office/drawing/2014/main" id="{C924DA2A-9663-EEB1-D687-EF742E9C13E4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5" name="Rectangle : coins arrondis 417">
              <a:extLst>
                <a:ext uri="{FF2B5EF4-FFF2-40B4-BE49-F238E27FC236}">
                  <a16:creationId xmlns:a16="http://schemas.microsoft.com/office/drawing/2014/main" id="{2483DEAE-A690-C4C7-2730-AE7763380810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4E6C4E0-A58E-185C-1C35-687C0C3028C9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7" name="Rectangle : coins arrondis 99">
              <a:extLst>
                <a:ext uri="{FF2B5EF4-FFF2-40B4-BE49-F238E27FC236}">
                  <a16:creationId xmlns:a16="http://schemas.microsoft.com/office/drawing/2014/main" id="{FEAB16AA-E8F2-78AE-4A1A-233BDEF51A95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8" name="Rectangle : coins arrondis 4">
              <a:extLst>
                <a:ext uri="{FF2B5EF4-FFF2-40B4-BE49-F238E27FC236}">
                  <a16:creationId xmlns:a16="http://schemas.microsoft.com/office/drawing/2014/main" id="{141942D1-A1AD-C557-7C2C-4629F0EB12CF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9" name="Rectangle : coins arrondis 5">
              <a:extLst>
                <a:ext uri="{FF2B5EF4-FFF2-40B4-BE49-F238E27FC236}">
                  <a16:creationId xmlns:a16="http://schemas.microsoft.com/office/drawing/2014/main" id="{7B83C991-DC6C-4AE2-A838-E8D4552D0B9D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10" name="Rectangle : coins arrondis 6">
              <a:extLst>
                <a:ext uri="{FF2B5EF4-FFF2-40B4-BE49-F238E27FC236}">
                  <a16:creationId xmlns:a16="http://schemas.microsoft.com/office/drawing/2014/main" id="{A9A5D48C-A095-CB90-223A-B1FA221DCED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11" name="Rectangle : coins arrondis 7">
              <a:extLst>
                <a:ext uri="{FF2B5EF4-FFF2-40B4-BE49-F238E27FC236}">
                  <a16:creationId xmlns:a16="http://schemas.microsoft.com/office/drawing/2014/main" id="{88FC9ACC-2502-CE37-12DF-4F91AF689709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12" name="Rectangle : coins arrondis 8">
              <a:extLst>
                <a:ext uri="{FF2B5EF4-FFF2-40B4-BE49-F238E27FC236}">
                  <a16:creationId xmlns:a16="http://schemas.microsoft.com/office/drawing/2014/main" id="{DA6E8BB9-14BA-5D13-FA00-5F0F8F23432E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3" name="Rectangle : coins arrondis 9">
              <a:extLst>
                <a:ext uri="{FF2B5EF4-FFF2-40B4-BE49-F238E27FC236}">
                  <a16:creationId xmlns:a16="http://schemas.microsoft.com/office/drawing/2014/main" id="{520318F6-E3D4-431D-A92E-9C914CBE7A63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14" name="Rectangle : coins arrondis 10">
              <a:extLst>
                <a:ext uri="{FF2B5EF4-FFF2-40B4-BE49-F238E27FC236}">
                  <a16:creationId xmlns:a16="http://schemas.microsoft.com/office/drawing/2014/main" id="{0BAF5A0B-6273-19CD-08C4-4926CB7A9533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15" name="Rectangle : coins arrondis 11">
              <a:extLst>
                <a:ext uri="{FF2B5EF4-FFF2-40B4-BE49-F238E27FC236}">
                  <a16:creationId xmlns:a16="http://schemas.microsoft.com/office/drawing/2014/main" id="{62CE2CCD-E84B-F541-19D1-F2EC350E9E76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16" name="Rectangle : coins arrondis 12">
              <a:extLst>
                <a:ext uri="{FF2B5EF4-FFF2-40B4-BE49-F238E27FC236}">
                  <a16:creationId xmlns:a16="http://schemas.microsoft.com/office/drawing/2014/main" id="{FFF84459-19C3-DC30-C5EF-8BF9B32031DF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17" name="Rectangle : coins arrondis 13">
              <a:extLst>
                <a:ext uri="{FF2B5EF4-FFF2-40B4-BE49-F238E27FC236}">
                  <a16:creationId xmlns:a16="http://schemas.microsoft.com/office/drawing/2014/main" id="{D7102906-59F9-1091-52D9-47A4DF354B09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18" name="Rectangle : coins arrondis 15">
              <a:extLst>
                <a:ext uri="{FF2B5EF4-FFF2-40B4-BE49-F238E27FC236}">
                  <a16:creationId xmlns:a16="http://schemas.microsoft.com/office/drawing/2014/main" id="{05D67F91-0700-52D5-8187-E8DF0EB52A17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9" name="Rectangle : coins arrondis 16">
              <a:extLst>
                <a:ext uri="{FF2B5EF4-FFF2-40B4-BE49-F238E27FC236}">
                  <a16:creationId xmlns:a16="http://schemas.microsoft.com/office/drawing/2014/main" id="{0DE8FD28-5F01-6CD8-E980-19C2723E7417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0" name="Losange 17">
              <a:extLst>
                <a:ext uri="{FF2B5EF4-FFF2-40B4-BE49-F238E27FC236}">
                  <a16:creationId xmlns:a16="http://schemas.microsoft.com/office/drawing/2014/main" id="{844B6517-4F5E-4019-A562-6C60A6DDD763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1" name="Losange 18">
              <a:extLst>
                <a:ext uri="{FF2B5EF4-FFF2-40B4-BE49-F238E27FC236}">
                  <a16:creationId xmlns:a16="http://schemas.microsoft.com/office/drawing/2014/main" id="{B41B3E38-5118-4AC4-CAAD-8AEBB32CC110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22" name="Connecteur en arc 22">
              <a:extLst>
                <a:ext uri="{FF2B5EF4-FFF2-40B4-BE49-F238E27FC236}">
                  <a16:creationId xmlns:a16="http://schemas.microsoft.com/office/drawing/2014/main" id="{7C796A15-1BA1-FB61-4C32-B22514B9409F}"/>
                </a:ext>
              </a:extLst>
            </p:cNvPr>
            <p:cNvCxnSpPr>
              <a:cxnSpLocks/>
              <a:stCxn id="16" idx="3"/>
              <a:endCxn id="8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en arc 26">
              <a:extLst>
                <a:ext uri="{FF2B5EF4-FFF2-40B4-BE49-F238E27FC236}">
                  <a16:creationId xmlns:a16="http://schemas.microsoft.com/office/drawing/2014/main" id="{1CECF68B-10A0-314F-6EC1-88D8051599DF}"/>
                </a:ext>
              </a:extLst>
            </p:cNvPr>
            <p:cNvCxnSpPr>
              <a:cxnSpLocks/>
              <a:stCxn id="17" idx="3"/>
              <a:endCxn id="9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en arc 41">
              <a:extLst>
                <a:ext uri="{FF2B5EF4-FFF2-40B4-BE49-F238E27FC236}">
                  <a16:creationId xmlns:a16="http://schemas.microsoft.com/office/drawing/2014/main" id="{69A491FC-5DD0-3A6B-A7A9-BDB411E790A8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en arc 49">
              <a:extLst>
                <a:ext uri="{FF2B5EF4-FFF2-40B4-BE49-F238E27FC236}">
                  <a16:creationId xmlns:a16="http://schemas.microsoft.com/office/drawing/2014/main" id="{98C4760E-13A9-4B86-60FC-D9CC38D9A794}"/>
                </a:ext>
              </a:extLst>
            </p:cNvPr>
            <p:cNvCxnSpPr>
              <a:cxnSpLocks/>
              <a:stCxn id="9" idx="3"/>
              <a:endCxn id="15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eur en arc 52">
              <a:extLst>
                <a:ext uri="{FF2B5EF4-FFF2-40B4-BE49-F238E27FC236}">
                  <a16:creationId xmlns:a16="http://schemas.microsoft.com/office/drawing/2014/main" id="{7A7F545B-7AF1-FA1E-32FC-8E4D39ED4EB9}"/>
                </a:ext>
              </a:extLst>
            </p:cNvPr>
            <p:cNvCxnSpPr>
              <a:cxnSpLocks/>
              <a:stCxn id="9" idx="3"/>
              <a:endCxn id="14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en arc 55">
              <a:extLst>
                <a:ext uri="{FF2B5EF4-FFF2-40B4-BE49-F238E27FC236}">
                  <a16:creationId xmlns:a16="http://schemas.microsoft.com/office/drawing/2014/main" id="{D0C65572-5916-8532-D295-9DF3AF1321D7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en arc 58">
              <a:extLst>
                <a:ext uri="{FF2B5EF4-FFF2-40B4-BE49-F238E27FC236}">
                  <a16:creationId xmlns:a16="http://schemas.microsoft.com/office/drawing/2014/main" id="{F1DA87E9-352B-9FCF-C576-6665CC4AB595}"/>
                </a:ext>
              </a:extLst>
            </p:cNvPr>
            <p:cNvCxnSpPr>
              <a:cxnSpLocks/>
              <a:stCxn id="9" idx="3"/>
              <a:endCxn id="12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eur en arc 85">
              <a:extLst>
                <a:ext uri="{FF2B5EF4-FFF2-40B4-BE49-F238E27FC236}">
                  <a16:creationId xmlns:a16="http://schemas.microsoft.com/office/drawing/2014/main" id="{5677FD0E-624C-5C3A-03EF-9DD033F23F7F}"/>
                </a:ext>
              </a:extLst>
            </p:cNvPr>
            <p:cNvCxnSpPr>
              <a:cxnSpLocks/>
              <a:stCxn id="49" idx="3"/>
              <a:endCxn id="18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en arc 89">
              <a:extLst>
                <a:ext uri="{FF2B5EF4-FFF2-40B4-BE49-F238E27FC236}">
                  <a16:creationId xmlns:a16="http://schemas.microsoft.com/office/drawing/2014/main" id="{610904EA-1038-4DD2-8354-BF8C98E8A7D2}"/>
                </a:ext>
              </a:extLst>
            </p:cNvPr>
            <p:cNvCxnSpPr>
              <a:cxnSpLocks/>
              <a:stCxn id="18" idx="3"/>
              <a:endCxn id="11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 : coins arrondis 93">
              <a:extLst>
                <a:ext uri="{FF2B5EF4-FFF2-40B4-BE49-F238E27FC236}">
                  <a16:creationId xmlns:a16="http://schemas.microsoft.com/office/drawing/2014/main" id="{BA0A541D-2A54-97A2-8C19-CC35DEAF428D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32" name="Rectangle : coins arrondis 98">
              <a:extLst>
                <a:ext uri="{FF2B5EF4-FFF2-40B4-BE49-F238E27FC236}">
                  <a16:creationId xmlns:a16="http://schemas.microsoft.com/office/drawing/2014/main" id="{B4F51D92-1018-5655-AC94-62AD5C71C3BA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33" name="Connecteur en arc 100">
              <a:extLst>
                <a:ext uri="{FF2B5EF4-FFF2-40B4-BE49-F238E27FC236}">
                  <a16:creationId xmlns:a16="http://schemas.microsoft.com/office/drawing/2014/main" id="{64DD9895-3E0C-BE2F-1FD8-FE82452103CB}"/>
                </a:ext>
              </a:extLst>
            </p:cNvPr>
            <p:cNvCxnSpPr>
              <a:cxnSpLocks/>
              <a:stCxn id="49" idx="3"/>
              <a:endCxn id="19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en arc 107">
              <a:extLst>
                <a:ext uri="{FF2B5EF4-FFF2-40B4-BE49-F238E27FC236}">
                  <a16:creationId xmlns:a16="http://schemas.microsoft.com/office/drawing/2014/main" id="{6462E934-2664-6114-721E-910E7CBB6C20}"/>
                </a:ext>
              </a:extLst>
            </p:cNvPr>
            <p:cNvCxnSpPr>
              <a:cxnSpLocks/>
              <a:stCxn id="19" idx="3"/>
              <a:endCxn id="31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en arc 112">
              <a:extLst>
                <a:ext uri="{FF2B5EF4-FFF2-40B4-BE49-F238E27FC236}">
                  <a16:creationId xmlns:a16="http://schemas.microsoft.com/office/drawing/2014/main" id="{A8763BA3-CF85-11E9-9180-6D8356AB9ADD}"/>
                </a:ext>
              </a:extLst>
            </p:cNvPr>
            <p:cNvCxnSpPr>
              <a:cxnSpLocks/>
              <a:stCxn id="12" idx="3"/>
              <a:endCxn id="20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en arc 119">
              <a:extLst>
                <a:ext uri="{FF2B5EF4-FFF2-40B4-BE49-F238E27FC236}">
                  <a16:creationId xmlns:a16="http://schemas.microsoft.com/office/drawing/2014/main" id="{A540AFE2-2FC2-32FD-DAB0-1B771C8310EF}"/>
                </a:ext>
              </a:extLst>
            </p:cNvPr>
            <p:cNvCxnSpPr>
              <a:cxnSpLocks/>
              <a:stCxn id="13" idx="3"/>
              <a:endCxn id="20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en arc 122">
              <a:extLst>
                <a:ext uri="{FF2B5EF4-FFF2-40B4-BE49-F238E27FC236}">
                  <a16:creationId xmlns:a16="http://schemas.microsoft.com/office/drawing/2014/main" id="{84DB0FE8-4C94-6D20-E19D-741E8F526E1B}"/>
                </a:ext>
              </a:extLst>
            </p:cNvPr>
            <p:cNvCxnSpPr>
              <a:cxnSpLocks/>
              <a:stCxn id="14" idx="3"/>
              <a:endCxn id="20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en arc 125">
              <a:extLst>
                <a:ext uri="{FF2B5EF4-FFF2-40B4-BE49-F238E27FC236}">
                  <a16:creationId xmlns:a16="http://schemas.microsoft.com/office/drawing/2014/main" id="{B09D8C5F-781F-59BB-B526-145AC2DC31CB}"/>
                </a:ext>
              </a:extLst>
            </p:cNvPr>
            <p:cNvCxnSpPr>
              <a:cxnSpLocks/>
              <a:stCxn id="15" idx="3"/>
              <a:endCxn id="20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en arc 129">
              <a:extLst>
                <a:ext uri="{FF2B5EF4-FFF2-40B4-BE49-F238E27FC236}">
                  <a16:creationId xmlns:a16="http://schemas.microsoft.com/office/drawing/2014/main" id="{61F71995-5EB9-C383-362C-A92FB4DEAE59}"/>
                </a:ext>
              </a:extLst>
            </p:cNvPr>
            <p:cNvCxnSpPr>
              <a:cxnSpLocks/>
              <a:stCxn id="20" idx="2"/>
              <a:endCxn id="32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en arc 132">
              <a:extLst>
                <a:ext uri="{FF2B5EF4-FFF2-40B4-BE49-F238E27FC236}">
                  <a16:creationId xmlns:a16="http://schemas.microsoft.com/office/drawing/2014/main" id="{500B61FE-B779-CB0B-97E1-7585FC15D9B4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ZoneTexte 135">
              <a:extLst>
                <a:ext uri="{FF2B5EF4-FFF2-40B4-BE49-F238E27FC236}">
                  <a16:creationId xmlns:a16="http://schemas.microsoft.com/office/drawing/2014/main" id="{D5E41995-75EA-8B15-52EB-3CB000098CF8}"/>
                </a:ext>
              </a:extLst>
            </p:cNvPr>
            <p:cNvSpPr txBox="1"/>
            <p:nvPr/>
          </p:nvSpPr>
          <p:spPr>
            <a:xfrm>
              <a:off x="1812372" y="1017796"/>
              <a:ext cx="1098819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System</a:t>
              </a:r>
            </a:p>
          </p:txBody>
        </p:sp>
        <p:cxnSp>
          <p:nvCxnSpPr>
            <p:cNvPr id="42" name="Connecteur en arc 199">
              <a:extLst>
                <a:ext uri="{FF2B5EF4-FFF2-40B4-BE49-F238E27FC236}">
                  <a16:creationId xmlns:a16="http://schemas.microsoft.com/office/drawing/2014/main" id="{87A1D75D-C9CE-7502-CF06-F120EC3FDE0E}"/>
                </a:ext>
              </a:extLst>
            </p:cNvPr>
            <p:cNvCxnSpPr>
              <a:cxnSpLocks/>
              <a:stCxn id="8" idx="3"/>
              <a:endCxn id="54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en arc 236">
              <a:extLst>
                <a:ext uri="{FF2B5EF4-FFF2-40B4-BE49-F238E27FC236}">
                  <a16:creationId xmlns:a16="http://schemas.microsoft.com/office/drawing/2014/main" id="{4EA99674-6F20-5DD4-4215-797CDB3746F3}"/>
                </a:ext>
              </a:extLst>
            </p:cNvPr>
            <p:cNvCxnSpPr>
              <a:cxnSpLocks/>
              <a:stCxn id="21" idx="3"/>
              <a:endCxn id="31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Rectangle : coins arrondis 260">
              <a:extLst>
                <a:ext uri="{FF2B5EF4-FFF2-40B4-BE49-F238E27FC236}">
                  <a16:creationId xmlns:a16="http://schemas.microsoft.com/office/drawing/2014/main" id="{0375607E-3D7C-E7DB-6C6D-B19D31CF4758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45" name="Rectangle : coins arrondis 261">
              <a:extLst>
                <a:ext uri="{FF2B5EF4-FFF2-40B4-BE49-F238E27FC236}">
                  <a16:creationId xmlns:a16="http://schemas.microsoft.com/office/drawing/2014/main" id="{5887167E-D2DA-DF8E-AE8C-0ADDC85AAF62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6" name="Rectangle : coins arrondis 292">
              <a:extLst>
                <a:ext uri="{FF2B5EF4-FFF2-40B4-BE49-F238E27FC236}">
                  <a16:creationId xmlns:a16="http://schemas.microsoft.com/office/drawing/2014/main" id="{69EA51F0-608C-D6CD-40E9-F684814481A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7" name="Rectangle : coins arrondis 306">
              <a:extLst>
                <a:ext uri="{FF2B5EF4-FFF2-40B4-BE49-F238E27FC236}">
                  <a16:creationId xmlns:a16="http://schemas.microsoft.com/office/drawing/2014/main" id="{7CFC33B6-2E53-D3BF-3631-1C1130D3BB6A}"/>
                </a:ext>
              </a:extLst>
            </p:cNvPr>
            <p:cNvSpPr/>
            <p:nvPr/>
          </p:nvSpPr>
          <p:spPr>
            <a:xfrm>
              <a:off x="10424794" y="6281864"/>
              <a:ext cx="560354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48" name="Connecteur en arc 313">
              <a:extLst>
                <a:ext uri="{FF2B5EF4-FFF2-40B4-BE49-F238E27FC236}">
                  <a16:creationId xmlns:a16="http://schemas.microsoft.com/office/drawing/2014/main" id="{4953AA89-E760-CCBF-D1E1-3D99229119CD}"/>
                </a:ext>
              </a:extLst>
            </p:cNvPr>
            <p:cNvCxnSpPr>
              <a:cxnSpLocks/>
              <a:stCxn id="47" idx="0"/>
              <a:endCxn id="11" idx="3"/>
            </p:cNvCxnSpPr>
            <p:nvPr/>
          </p:nvCxnSpPr>
          <p:spPr>
            <a:xfrm rot="16200000" flipV="1">
              <a:off x="10169815" y="5746707"/>
              <a:ext cx="476702" cy="59361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Losange 318">
              <a:extLst>
                <a:ext uri="{FF2B5EF4-FFF2-40B4-BE49-F238E27FC236}">
                  <a16:creationId xmlns:a16="http://schemas.microsoft.com/office/drawing/2014/main" id="{9506969F-7280-49C7-F876-EE12A49F8D89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50" name="Connecteur en arc 322">
              <a:extLst>
                <a:ext uri="{FF2B5EF4-FFF2-40B4-BE49-F238E27FC236}">
                  <a16:creationId xmlns:a16="http://schemas.microsoft.com/office/drawing/2014/main" id="{D3A7CE8F-CEF7-47DF-9A02-F7C4AA57D681}"/>
                </a:ext>
              </a:extLst>
            </p:cNvPr>
            <p:cNvCxnSpPr>
              <a:cxnSpLocks/>
              <a:stCxn id="9" idx="2"/>
              <a:endCxn id="49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Losange 337">
              <a:extLst>
                <a:ext uri="{FF2B5EF4-FFF2-40B4-BE49-F238E27FC236}">
                  <a16:creationId xmlns:a16="http://schemas.microsoft.com/office/drawing/2014/main" id="{8319C450-1ADB-5BAE-5028-F35BD432625D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52" name="Connecteur en arc 353">
              <a:extLst>
                <a:ext uri="{FF2B5EF4-FFF2-40B4-BE49-F238E27FC236}">
                  <a16:creationId xmlns:a16="http://schemas.microsoft.com/office/drawing/2014/main" id="{29738BF0-A5FF-277C-212B-13EE9E1B806B}"/>
                </a:ext>
              </a:extLst>
            </p:cNvPr>
            <p:cNvCxnSpPr>
              <a:cxnSpLocks/>
              <a:stCxn id="9" idx="0"/>
              <a:endCxn id="54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cteur en arc 364">
              <a:extLst>
                <a:ext uri="{FF2B5EF4-FFF2-40B4-BE49-F238E27FC236}">
                  <a16:creationId xmlns:a16="http://schemas.microsoft.com/office/drawing/2014/main" id="{2CA80D65-B183-91AE-2074-C328D956CE15}"/>
                </a:ext>
              </a:extLst>
            </p:cNvPr>
            <p:cNvCxnSpPr>
              <a:cxnSpLocks/>
              <a:stCxn id="10" idx="1"/>
              <a:endCxn id="54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Rectangle : coins arrondis 198">
              <a:extLst>
                <a:ext uri="{FF2B5EF4-FFF2-40B4-BE49-F238E27FC236}">
                  <a16:creationId xmlns:a16="http://schemas.microsoft.com/office/drawing/2014/main" id="{3FC49A3B-B644-BECE-019B-77B49E5ACDF6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55" name="Rectangle : coins arrondis 373">
              <a:extLst>
                <a:ext uri="{FF2B5EF4-FFF2-40B4-BE49-F238E27FC236}">
                  <a16:creationId xmlns:a16="http://schemas.microsoft.com/office/drawing/2014/main" id="{FEC608C2-B6D6-33AC-7ED8-9AA2E77AC314}"/>
                </a:ext>
              </a:extLst>
            </p:cNvPr>
            <p:cNvSpPr/>
            <p:nvPr/>
          </p:nvSpPr>
          <p:spPr>
            <a:xfrm>
              <a:off x="0" y="2125820"/>
              <a:ext cx="1116911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Substance</a:t>
              </a:r>
            </a:p>
          </p:txBody>
        </p:sp>
        <p:cxnSp>
          <p:nvCxnSpPr>
            <p:cNvPr id="56" name="Connecteur en arc 473">
              <a:extLst>
                <a:ext uri="{FF2B5EF4-FFF2-40B4-BE49-F238E27FC236}">
                  <a16:creationId xmlns:a16="http://schemas.microsoft.com/office/drawing/2014/main" id="{6B5372A2-20AC-7420-CC11-DBB9F29E9701}"/>
                </a:ext>
              </a:extLst>
            </p:cNvPr>
            <p:cNvCxnSpPr>
              <a:cxnSpLocks/>
              <a:stCxn id="8" idx="3"/>
              <a:endCxn id="20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2D736735-0288-E912-4799-2F3AEDB27690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31562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63DD5-7FF4-192B-88D9-7D3BD418D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3B44BD7D-B1E2-AE9B-1FA3-5E04D5394515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+ LCA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pSp>
        <p:nvGrpSpPr>
          <p:cNvPr id="2" name="Groupe 496">
            <a:extLst>
              <a:ext uri="{FF2B5EF4-FFF2-40B4-BE49-F238E27FC236}">
                <a16:creationId xmlns:a16="http://schemas.microsoft.com/office/drawing/2014/main" id="{CDDD1C95-8A5F-E03D-3AF2-2409B739F5EF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4" name="Rectangle : coins arrondis 417">
              <a:extLst>
                <a:ext uri="{FF2B5EF4-FFF2-40B4-BE49-F238E27FC236}">
                  <a16:creationId xmlns:a16="http://schemas.microsoft.com/office/drawing/2014/main" id="{3B208667-B9A2-87FC-7308-1AC0843A04C1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C9BC6309-94C2-D864-77CF-5F782205DDAA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59" name="Rectangle : coins arrondis 99">
              <a:extLst>
                <a:ext uri="{FF2B5EF4-FFF2-40B4-BE49-F238E27FC236}">
                  <a16:creationId xmlns:a16="http://schemas.microsoft.com/office/drawing/2014/main" id="{E3C5FD46-2740-3B49-81A6-B02260FF0668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60" name="Rectangle : coins arrondis 4">
              <a:extLst>
                <a:ext uri="{FF2B5EF4-FFF2-40B4-BE49-F238E27FC236}">
                  <a16:creationId xmlns:a16="http://schemas.microsoft.com/office/drawing/2014/main" id="{2E037D66-8269-AD28-670E-F82B830EF1D9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61" name="Rectangle : coins arrondis 5">
              <a:extLst>
                <a:ext uri="{FF2B5EF4-FFF2-40B4-BE49-F238E27FC236}">
                  <a16:creationId xmlns:a16="http://schemas.microsoft.com/office/drawing/2014/main" id="{C2080B8B-C1CC-4DDB-1247-C2FC3BC9320E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62" name="Rectangle : coins arrondis 6">
              <a:extLst>
                <a:ext uri="{FF2B5EF4-FFF2-40B4-BE49-F238E27FC236}">
                  <a16:creationId xmlns:a16="http://schemas.microsoft.com/office/drawing/2014/main" id="{3633E47C-1D94-1BFE-2914-A9FE03177BF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63" name="Rectangle : coins arrondis 7">
              <a:extLst>
                <a:ext uri="{FF2B5EF4-FFF2-40B4-BE49-F238E27FC236}">
                  <a16:creationId xmlns:a16="http://schemas.microsoft.com/office/drawing/2014/main" id="{03E74F79-66B6-F678-C41B-82CCEDB4C5D7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64" name="Rectangle : coins arrondis 8">
              <a:extLst>
                <a:ext uri="{FF2B5EF4-FFF2-40B4-BE49-F238E27FC236}">
                  <a16:creationId xmlns:a16="http://schemas.microsoft.com/office/drawing/2014/main" id="{6F9367A6-9DE9-4C4A-42A9-6D89F6A60470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65" name="Rectangle : coins arrondis 9">
              <a:extLst>
                <a:ext uri="{FF2B5EF4-FFF2-40B4-BE49-F238E27FC236}">
                  <a16:creationId xmlns:a16="http://schemas.microsoft.com/office/drawing/2014/main" id="{F74C596A-C790-52A8-A0E1-6A544A7C5F65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66" name="Rectangle : coins arrondis 10">
              <a:extLst>
                <a:ext uri="{FF2B5EF4-FFF2-40B4-BE49-F238E27FC236}">
                  <a16:creationId xmlns:a16="http://schemas.microsoft.com/office/drawing/2014/main" id="{7BEEEE2C-0F4F-AC43-A4FE-8258A4B9DA4E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67" name="Rectangle : coins arrondis 11">
              <a:extLst>
                <a:ext uri="{FF2B5EF4-FFF2-40B4-BE49-F238E27FC236}">
                  <a16:creationId xmlns:a16="http://schemas.microsoft.com/office/drawing/2014/main" id="{A75491ED-670F-1B36-B011-081A4E7F2144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68" name="Rectangle : coins arrondis 12">
              <a:extLst>
                <a:ext uri="{FF2B5EF4-FFF2-40B4-BE49-F238E27FC236}">
                  <a16:creationId xmlns:a16="http://schemas.microsoft.com/office/drawing/2014/main" id="{590BA161-F770-DD30-8D67-E530C29B1850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69" name="Rectangle : coins arrondis 13">
              <a:extLst>
                <a:ext uri="{FF2B5EF4-FFF2-40B4-BE49-F238E27FC236}">
                  <a16:creationId xmlns:a16="http://schemas.microsoft.com/office/drawing/2014/main" id="{D708614E-33C3-C98E-D63F-C54B78280CC6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70" name="Rectangle : coins arrondis 15">
              <a:extLst>
                <a:ext uri="{FF2B5EF4-FFF2-40B4-BE49-F238E27FC236}">
                  <a16:creationId xmlns:a16="http://schemas.microsoft.com/office/drawing/2014/main" id="{9B968A7F-4227-1203-C404-E12019A8E270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1" name="Rectangle : coins arrondis 16">
              <a:extLst>
                <a:ext uri="{FF2B5EF4-FFF2-40B4-BE49-F238E27FC236}">
                  <a16:creationId xmlns:a16="http://schemas.microsoft.com/office/drawing/2014/main" id="{7BCA962C-8C0B-AD99-6CCF-536A666C71FE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2" name="Losange 17">
              <a:extLst>
                <a:ext uri="{FF2B5EF4-FFF2-40B4-BE49-F238E27FC236}">
                  <a16:creationId xmlns:a16="http://schemas.microsoft.com/office/drawing/2014/main" id="{1BB49FDC-5893-CE18-2BD8-4879E9CBBA54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3" name="Losange 18">
              <a:extLst>
                <a:ext uri="{FF2B5EF4-FFF2-40B4-BE49-F238E27FC236}">
                  <a16:creationId xmlns:a16="http://schemas.microsoft.com/office/drawing/2014/main" id="{4F55BFE8-B968-9228-7A38-A7CC86C7EDD2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74" name="Connecteur en arc 22">
              <a:extLst>
                <a:ext uri="{FF2B5EF4-FFF2-40B4-BE49-F238E27FC236}">
                  <a16:creationId xmlns:a16="http://schemas.microsoft.com/office/drawing/2014/main" id="{2D2F2C57-1438-2772-3F1D-0981F6702E1A}"/>
                </a:ext>
              </a:extLst>
            </p:cNvPr>
            <p:cNvCxnSpPr>
              <a:cxnSpLocks/>
              <a:stCxn id="68" idx="3"/>
              <a:endCxn id="60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eur en arc 26">
              <a:extLst>
                <a:ext uri="{FF2B5EF4-FFF2-40B4-BE49-F238E27FC236}">
                  <a16:creationId xmlns:a16="http://schemas.microsoft.com/office/drawing/2014/main" id="{874DC9C2-14D1-8B2C-6976-5DEE0D96F2F0}"/>
                </a:ext>
              </a:extLst>
            </p:cNvPr>
            <p:cNvCxnSpPr>
              <a:cxnSpLocks/>
              <a:stCxn id="69" idx="3"/>
              <a:endCxn id="61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en arc 41">
              <a:extLst>
                <a:ext uri="{FF2B5EF4-FFF2-40B4-BE49-F238E27FC236}">
                  <a16:creationId xmlns:a16="http://schemas.microsoft.com/office/drawing/2014/main" id="{6D31FDB1-020D-C540-3C23-9E24A89B6469}"/>
                </a:ext>
              </a:extLst>
            </p:cNvPr>
            <p:cNvCxnSpPr>
              <a:cxnSpLocks/>
              <a:stCxn id="60" idx="3"/>
              <a:endCxn id="61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en arc 49">
              <a:extLst>
                <a:ext uri="{FF2B5EF4-FFF2-40B4-BE49-F238E27FC236}">
                  <a16:creationId xmlns:a16="http://schemas.microsoft.com/office/drawing/2014/main" id="{B395F9C5-45B6-6B72-8073-747B154DC783}"/>
                </a:ext>
              </a:extLst>
            </p:cNvPr>
            <p:cNvCxnSpPr>
              <a:cxnSpLocks/>
              <a:stCxn id="61" idx="3"/>
              <a:endCxn id="67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eur en arc 52">
              <a:extLst>
                <a:ext uri="{FF2B5EF4-FFF2-40B4-BE49-F238E27FC236}">
                  <a16:creationId xmlns:a16="http://schemas.microsoft.com/office/drawing/2014/main" id="{23164C1E-2E53-DF0E-CEDE-6EA366057BDA}"/>
                </a:ext>
              </a:extLst>
            </p:cNvPr>
            <p:cNvCxnSpPr>
              <a:cxnSpLocks/>
              <a:stCxn id="61" idx="3"/>
              <a:endCxn id="66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eur en arc 55">
              <a:extLst>
                <a:ext uri="{FF2B5EF4-FFF2-40B4-BE49-F238E27FC236}">
                  <a16:creationId xmlns:a16="http://schemas.microsoft.com/office/drawing/2014/main" id="{327BC4DB-6183-7A8D-3225-2DB5C0B63AC3}"/>
                </a:ext>
              </a:extLst>
            </p:cNvPr>
            <p:cNvCxnSpPr>
              <a:cxnSpLocks/>
              <a:stCxn id="61" idx="3"/>
              <a:endCxn id="65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eur en arc 58">
              <a:extLst>
                <a:ext uri="{FF2B5EF4-FFF2-40B4-BE49-F238E27FC236}">
                  <a16:creationId xmlns:a16="http://schemas.microsoft.com/office/drawing/2014/main" id="{D2E64F1C-FDEB-EC88-3286-28DFBE27C1AD}"/>
                </a:ext>
              </a:extLst>
            </p:cNvPr>
            <p:cNvCxnSpPr>
              <a:cxnSpLocks/>
              <a:stCxn id="61" idx="3"/>
              <a:endCxn id="64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eur en arc 85">
              <a:extLst>
                <a:ext uri="{FF2B5EF4-FFF2-40B4-BE49-F238E27FC236}">
                  <a16:creationId xmlns:a16="http://schemas.microsoft.com/office/drawing/2014/main" id="{844E622E-806B-5783-50BE-8310C27C46FA}"/>
                </a:ext>
              </a:extLst>
            </p:cNvPr>
            <p:cNvCxnSpPr>
              <a:cxnSpLocks/>
              <a:stCxn id="101" idx="3"/>
              <a:endCxn id="70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eur en arc 89">
              <a:extLst>
                <a:ext uri="{FF2B5EF4-FFF2-40B4-BE49-F238E27FC236}">
                  <a16:creationId xmlns:a16="http://schemas.microsoft.com/office/drawing/2014/main" id="{48712EAE-B4E9-B5EB-D97B-09CD57553F2D}"/>
                </a:ext>
              </a:extLst>
            </p:cNvPr>
            <p:cNvCxnSpPr>
              <a:cxnSpLocks/>
              <a:stCxn id="70" idx="3"/>
              <a:endCxn id="63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Rectangle : coins arrondis 93">
              <a:extLst>
                <a:ext uri="{FF2B5EF4-FFF2-40B4-BE49-F238E27FC236}">
                  <a16:creationId xmlns:a16="http://schemas.microsoft.com/office/drawing/2014/main" id="{DF8DF7FB-836E-1390-4D65-6B065E48DDAE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84" name="Rectangle : coins arrondis 98">
              <a:extLst>
                <a:ext uri="{FF2B5EF4-FFF2-40B4-BE49-F238E27FC236}">
                  <a16:creationId xmlns:a16="http://schemas.microsoft.com/office/drawing/2014/main" id="{8D5F81BE-7F23-67F4-7D5B-609253FA2525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85" name="Connecteur en arc 100">
              <a:extLst>
                <a:ext uri="{FF2B5EF4-FFF2-40B4-BE49-F238E27FC236}">
                  <a16:creationId xmlns:a16="http://schemas.microsoft.com/office/drawing/2014/main" id="{62B16DF3-5F99-4D6E-FECB-A1DEF15A51FB}"/>
                </a:ext>
              </a:extLst>
            </p:cNvPr>
            <p:cNvCxnSpPr>
              <a:cxnSpLocks/>
              <a:stCxn id="101" idx="3"/>
              <a:endCxn id="71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eur en arc 107">
              <a:extLst>
                <a:ext uri="{FF2B5EF4-FFF2-40B4-BE49-F238E27FC236}">
                  <a16:creationId xmlns:a16="http://schemas.microsoft.com/office/drawing/2014/main" id="{3BD8DBD8-5B1C-2B6F-46CE-1F9D3A449068}"/>
                </a:ext>
              </a:extLst>
            </p:cNvPr>
            <p:cNvCxnSpPr>
              <a:cxnSpLocks/>
              <a:stCxn id="71" idx="3"/>
              <a:endCxn id="83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eur en arc 112">
              <a:extLst>
                <a:ext uri="{FF2B5EF4-FFF2-40B4-BE49-F238E27FC236}">
                  <a16:creationId xmlns:a16="http://schemas.microsoft.com/office/drawing/2014/main" id="{30E28B98-70A6-094B-FF22-C3546D474234}"/>
                </a:ext>
              </a:extLst>
            </p:cNvPr>
            <p:cNvCxnSpPr>
              <a:cxnSpLocks/>
              <a:stCxn id="64" idx="3"/>
              <a:endCxn id="72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eur en arc 119">
              <a:extLst>
                <a:ext uri="{FF2B5EF4-FFF2-40B4-BE49-F238E27FC236}">
                  <a16:creationId xmlns:a16="http://schemas.microsoft.com/office/drawing/2014/main" id="{596B3109-3752-9800-439D-69689883714E}"/>
                </a:ext>
              </a:extLst>
            </p:cNvPr>
            <p:cNvCxnSpPr>
              <a:cxnSpLocks/>
              <a:stCxn id="65" idx="3"/>
              <a:endCxn id="72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en arc 122">
              <a:extLst>
                <a:ext uri="{FF2B5EF4-FFF2-40B4-BE49-F238E27FC236}">
                  <a16:creationId xmlns:a16="http://schemas.microsoft.com/office/drawing/2014/main" id="{65699BEF-43EA-D9E5-6D69-486BB6936A2E}"/>
                </a:ext>
              </a:extLst>
            </p:cNvPr>
            <p:cNvCxnSpPr>
              <a:cxnSpLocks/>
              <a:stCxn id="66" idx="3"/>
              <a:endCxn id="72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eur en arc 125">
              <a:extLst>
                <a:ext uri="{FF2B5EF4-FFF2-40B4-BE49-F238E27FC236}">
                  <a16:creationId xmlns:a16="http://schemas.microsoft.com/office/drawing/2014/main" id="{9029ED5E-471D-3A83-D9DC-B76F1A97D80A}"/>
                </a:ext>
              </a:extLst>
            </p:cNvPr>
            <p:cNvCxnSpPr>
              <a:cxnSpLocks/>
              <a:stCxn id="67" idx="3"/>
              <a:endCxn id="72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cteur en arc 129">
              <a:extLst>
                <a:ext uri="{FF2B5EF4-FFF2-40B4-BE49-F238E27FC236}">
                  <a16:creationId xmlns:a16="http://schemas.microsoft.com/office/drawing/2014/main" id="{481A0DEE-928B-A578-0A1A-6863DCDC5D99}"/>
                </a:ext>
              </a:extLst>
            </p:cNvPr>
            <p:cNvCxnSpPr>
              <a:cxnSpLocks/>
              <a:stCxn id="72" idx="2"/>
              <a:endCxn id="84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eur en arc 132">
              <a:extLst>
                <a:ext uri="{FF2B5EF4-FFF2-40B4-BE49-F238E27FC236}">
                  <a16:creationId xmlns:a16="http://schemas.microsoft.com/office/drawing/2014/main" id="{29FBD7EE-D936-D555-0A3C-5813062970F4}"/>
                </a:ext>
              </a:extLst>
            </p:cNvPr>
            <p:cNvCxnSpPr>
              <a:cxnSpLocks/>
              <a:endCxn id="73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ZoneTexte 135">
              <a:extLst>
                <a:ext uri="{FF2B5EF4-FFF2-40B4-BE49-F238E27FC236}">
                  <a16:creationId xmlns:a16="http://schemas.microsoft.com/office/drawing/2014/main" id="{546F7B1B-1BEA-0EC4-5109-09BCBF866153}"/>
                </a:ext>
              </a:extLst>
            </p:cNvPr>
            <p:cNvSpPr txBox="1"/>
            <p:nvPr/>
          </p:nvSpPr>
          <p:spPr>
            <a:xfrm>
              <a:off x="1812372" y="1017796"/>
              <a:ext cx="1564828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+ LCA System</a:t>
              </a:r>
            </a:p>
          </p:txBody>
        </p:sp>
        <p:cxnSp>
          <p:nvCxnSpPr>
            <p:cNvPr id="94" name="Connecteur en arc 199">
              <a:extLst>
                <a:ext uri="{FF2B5EF4-FFF2-40B4-BE49-F238E27FC236}">
                  <a16:creationId xmlns:a16="http://schemas.microsoft.com/office/drawing/2014/main" id="{70A89748-AB8B-96F5-A567-C96E98C5DF64}"/>
                </a:ext>
              </a:extLst>
            </p:cNvPr>
            <p:cNvCxnSpPr>
              <a:cxnSpLocks/>
              <a:stCxn id="60" idx="3"/>
              <a:endCxn id="106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cteur en arc 236">
              <a:extLst>
                <a:ext uri="{FF2B5EF4-FFF2-40B4-BE49-F238E27FC236}">
                  <a16:creationId xmlns:a16="http://schemas.microsoft.com/office/drawing/2014/main" id="{B560B0EF-560D-B1CF-AFF5-D4E70BE1A930}"/>
                </a:ext>
              </a:extLst>
            </p:cNvPr>
            <p:cNvCxnSpPr>
              <a:cxnSpLocks/>
              <a:stCxn id="73" idx="3"/>
              <a:endCxn id="83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Rectangle : coins arrondis 260">
              <a:extLst>
                <a:ext uri="{FF2B5EF4-FFF2-40B4-BE49-F238E27FC236}">
                  <a16:creationId xmlns:a16="http://schemas.microsoft.com/office/drawing/2014/main" id="{3C0CD5B1-8A8D-0B6F-1C98-1D866D910AA1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97" name="Rectangle : coins arrondis 261">
              <a:extLst>
                <a:ext uri="{FF2B5EF4-FFF2-40B4-BE49-F238E27FC236}">
                  <a16:creationId xmlns:a16="http://schemas.microsoft.com/office/drawing/2014/main" id="{64EDE988-1143-123E-47C0-5A7ECF79089D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8" name="Rectangle : coins arrondis 292">
              <a:extLst>
                <a:ext uri="{FF2B5EF4-FFF2-40B4-BE49-F238E27FC236}">
                  <a16:creationId xmlns:a16="http://schemas.microsoft.com/office/drawing/2014/main" id="{D15A8CC8-531B-B0AE-4328-B6A298AEBE2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9" name="Rectangle : coins arrondis 306">
              <a:extLst>
                <a:ext uri="{FF2B5EF4-FFF2-40B4-BE49-F238E27FC236}">
                  <a16:creationId xmlns:a16="http://schemas.microsoft.com/office/drawing/2014/main" id="{73532FEE-68E9-1C33-67D2-C4F8C7F7F3E9}"/>
                </a:ext>
              </a:extLst>
            </p:cNvPr>
            <p:cNvSpPr/>
            <p:nvPr/>
          </p:nvSpPr>
          <p:spPr>
            <a:xfrm>
              <a:off x="10424793" y="6281864"/>
              <a:ext cx="664192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100" name="Connecteur en arc 313">
              <a:extLst>
                <a:ext uri="{FF2B5EF4-FFF2-40B4-BE49-F238E27FC236}">
                  <a16:creationId xmlns:a16="http://schemas.microsoft.com/office/drawing/2014/main" id="{2A4653A4-5DEF-897C-3408-C9FCE5495FE6}"/>
                </a:ext>
              </a:extLst>
            </p:cNvPr>
            <p:cNvCxnSpPr>
              <a:cxnSpLocks/>
              <a:stCxn id="99" idx="0"/>
              <a:endCxn id="63" idx="3"/>
            </p:cNvCxnSpPr>
            <p:nvPr/>
          </p:nvCxnSpPr>
          <p:spPr>
            <a:xfrm rot="16200000" flipV="1">
              <a:off x="10195774" y="5720748"/>
              <a:ext cx="476702" cy="645530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Losange 318">
              <a:extLst>
                <a:ext uri="{FF2B5EF4-FFF2-40B4-BE49-F238E27FC236}">
                  <a16:creationId xmlns:a16="http://schemas.microsoft.com/office/drawing/2014/main" id="{49CB69FC-1A6A-9499-4E50-3B9329982FD3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102" name="Connecteur en arc 322">
              <a:extLst>
                <a:ext uri="{FF2B5EF4-FFF2-40B4-BE49-F238E27FC236}">
                  <a16:creationId xmlns:a16="http://schemas.microsoft.com/office/drawing/2014/main" id="{44959541-B28C-05A7-9440-E596804A2520}"/>
                </a:ext>
              </a:extLst>
            </p:cNvPr>
            <p:cNvCxnSpPr>
              <a:cxnSpLocks/>
              <a:stCxn id="61" idx="2"/>
              <a:endCxn id="101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Losange 337">
              <a:extLst>
                <a:ext uri="{FF2B5EF4-FFF2-40B4-BE49-F238E27FC236}">
                  <a16:creationId xmlns:a16="http://schemas.microsoft.com/office/drawing/2014/main" id="{12825C4F-1FC9-473E-76CC-8EB219931FEE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4" name="Connecteur en arc 353">
              <a:extLst>
                <a:ext uri="{FF2B5EF4-FFF2-40B4-BE49-F238E27FC236}">
                  <a16:creationId xmlns:a16="http://schemas.microsoft.com/office/drawing/2014/main" id="{952A8B32-7914-6EDF-9ED9-9D41E599F586}"/>
                </a:ext>
              </a:extLst>
            </p:cNvPr>
            <p:cNvCxnSpPr>
              <a:cxnSpLocks/>
              <a:stCxn id="61" idx="0"/>
              <a:endCxn id="106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eur en arc 364">
              <a:extLst>
                <a:ext uri="{FF2B5EF4-FFF2-40B4-BE49-F238E27FC236}">
                  <a16:creationId xmlns:a16="http://schemas.microsoft.com/office/drawing/2014/main" id="{BF996D64-E878-C279-1AD7-A058AA265828}"/>
                </a:ext>
              </a:extLst>
            </p:cNvPr>
            <p:cNvCxnSpPr>
              <a:cxnSpLocks/>
              <a:stCxn id="62" idx="1"/>
              <a:endCxn id="106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Rectangle : coins arrondis 198">
              <a:extLst>
                <a:ext uri="{FF2B5EF4-FFF2-40B4-BE49-F238E27FC236}">
                  <a16:creationId xmlns:a16="http://schemas.microsoft.com/office/drawing/2014/main" id="{9110665F-36AB-8690-8BEB-8AABFD5B85B9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07" name="Rectangle : coins arrondis 373">
              <a:extLst>
                <a:ext uri="{FF2B5EF4-FFF2-40B4-BE49-F238E27FC236}">
                  <a16:creationId xmlns:a16="http://schemas.microsoft.com/office/drawing/2014/main" id="{E066BED9-04F0-70B6-4433-25EA00BA62DB}"/>
                </a:ext>
              </a:extLst>
            </p:cNvPr>
            <p:cNvSpPr/>
            <p:nvPr/>
          </p:nvSpPr>
          <p:spPr>
            <a:xfrm>
              <a:off x="86806" y="2120989"/>
              <a:ext cx="983245" cy="34491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baseline="-25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Biosphere</a:t>
              </a:r>
              <a:endParaRPr lang="en-US" sz="1400" b="1" baseline="-25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8" name="Connecteur en arc 473">
              <a:extLst>
                <a:ext uri="{FF2B5EF4-FFF2-40B4-BE49-F238E27FC236}">
                  <a16:creationId xmlns:a16="http://schemas.microsoft.com/office/drawing/2014/main" id="{D6E2D212-91FC-1835-67A0-86AE95816A47}"/>
                </a:ext>
              </a:extLst>
            </p:cNvPr>
            <p:cNvCxnSpPr>
              <a:cxnSpLocks/>
              <a:stCxn id="60" idx="3"/>
              <a:endCxn id="72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6BE0D29-4F11-346E-03BF-2E75E37552D3}"/>
              </a:ext>
            </a:extLst>
          </p:cNvPr>
          <p:cNvSpPr/>
          <p:nvPr/>
        </p:nvSpPr>
        <p:spPr>
          <a:xfrm>
            <a:off x="3436590" y="3406264"/>
            <a:ext cx="1153007" cy="52402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0" name="Rectangle : coins arrondis 4">
            <a:extLst>
              <a:ext uri="{FF2B5EF4-FFF2-40B4-BE49-F238E27FC236}">
                <a16:creationId xmlns:a16="http://schemas.microsoft.com/office/drawing/2014/main" id="{CD983393-B994-936B-537A-C5F05D30F028}"/>
              </a:ext>
            </a:extLst>
          </p:cNvPr>
          <p:cNvSpPr/>
          <p:nvPr/>
        </p:nvSpPr>
        <p:spPr>
          <a:xfrm>
            <a:off x="819687" y="3421957"/>
            <a:ext cx="940202" cy="252166"/>
          </a:xfrm>
          <a:prstGeom prst="roundRect">
            <a:avLst>
              <a:gd name="adj" fmla="val 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Technosphere</a:t>
            </a:r>
            <a:endParaRPr lang="en-US" sz="1000" b="1" noProof="0" dirty="0">
              <a:solidFill>
                <a:schemeClr val="tx2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165" name="Diamond 164">
            <a:extLst>
              <a:ext uri="{FF2B5EF4-FFF2-40B4-BE49-F238E27FC236}">
                <a16:creationId xmlns:a16="http://schemas.microsoft.com/office/drawing/2014/main" id="{D75C584A-0DB6-B5BF-697F-380E1D763536}"/>
              </a:ext>
            </a:extLst>
          </p:cNvPr>
          <p:cNvSpPr/>
          <p:nvPr/>
        </p:nvSpPr>
        <p:spPr>
          <a:xfrm>
            <a:off x="5384378" y="5007493"/>
            <a:ext cx="1439182" cy="696780"/>
          </a:xfrm>
          <a:prstGeom prst="diamond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67" name="Graphic 166" descr="Truck with solid fill">
            <a:extLst>
              <a:ext uri="{FF2B5EF4-FFF2-40B4-BE49-F238E27FC236}">
                <a16:creationId xmlns:a16="http://schemas.microsoft.com/office/drawing/2014/main" id="{2073C94A-FF96-9C32-50C5-F8591B4367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4227" y="4782526"/>
            <a:ext cx="322270" cy="32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948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7DB79-AC47-D73E-3DE8-5B6ED573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60BF8CF9-B44F-9B89-905E-7FA36829BFE4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3. Results</a:t>
            </a:r>
          </a:p>
        </p:txBody>
      </p:sp>
    </p:spTree>
    <p:extLst>
      <p:ext uri="{BB962C8B-B14F-4D97-AF65-F5344CB8AC3E}">
        <p14:creationId xmlns:p14="http://schemas.microsoft.com/office/powerpoint/2010/main" val="1200049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1E195B2C-4136-46E6-671C-9CB75D1AE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08046"/>
            <a:ext cx="12192000" cy="344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1919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A5C4411C-14CA-9CDC-4576-EED7800DE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fr-FR" dirty="0">
                <a:latin typeface="Arial Rounded MT Bold" panose="020F0704030504030204" pitchFamily="34" charset="77"/>
              </a:rPr>
              <a:t> | </a:t>
            </a:r>
            <a:fld id="{11681171-7214-0347-ABE7-0EB6FB806A12}" type="slidenum">
              <a:rPr lang="fr-FR">
                <a:latin typeface="Arial Rounded MT Bold" panose="020F0704030504030204" pitchFamily="34" charset="77"/>
              </a:rPr>
              <a:t>11</a:t>
            </a:fld>
            <a:endParaRPr lang="fr-FR" dirty="0">
              <a:latin typeface="Arial Rounded MT Bold" panose="020F0704030504030204" pitchFamily="34" charset="77"/>
            </a:endParaRPr>
          </a:p>
        </p:txBody>
      </p:sp>
      <p:pic>
        <p:nvPicPr>
          <p:cNvPr id="14" name="Picture 13" descr="A close-up of a graph&#10;&#10;AI-generated content may be incorrect.">
            <a:extLst>
              <a:ext uri="{FF2B5EF4-FFF2-40B4-BE49-F238E27FC236}">
                <a16:creationId xmlns:a16="http://schemas.microsoft.com/office/drawing/2014/main" id="{6D96C345-5B47-EEA1-F8C7-D6F20EAAFF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6741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96FD3213-1AEE-D603-F9E2-58B952A3D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20460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AFDB750F-6FB4-7635-C786-8FC851DAA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52244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1865928E-9A82-7D7F-B570-F36C38BCC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1883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diagram&#10;&#10;AI-generated content may be incorrect.">
            <a:extLst>
              <a:ext uri="{FF2B5EF4-FFF2-40B4-BE49-F238E27FC236}">
                <a16:creationId xmlns:a16="http://schemas.microsoft.com/office/drawing/2014/main" id="{BE855E42-AACD-6673-E0BE-465336C2F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77391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205</Words>
  <Application>Microsoft Office PowerPoint</Application>
  <PresentationFormat>Widescreen</PresentationFormat>
  <Paragraphs>96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Arial Rounded MT Bold</vt:lpstr>
      <vt:lpstr>Calibri</vt:lpstr>
      <vt:lpstr>Calibri Light</vt:lpstr>
      <vt:lpstr>Thème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Mamy</dc:creator>
  <cp:lastModifiedBy>Isabela PICHARDO VELAZQUEZ</cp:lastModifiedBy>
  <cp:revision>34</cp:revision>
  <dcterms:created xsi:type="dcterms:W3CDTF">2025-11-13T16:08:56Z</dcterms:created>
  <dcterms:modified xsi:type="dcterms:W3CDTF">2025-11-14T10:05:47Z</dcterms:modified>
</cp:coreProperties>
</file>