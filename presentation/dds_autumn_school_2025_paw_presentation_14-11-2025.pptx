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3" r:id="rId3"/>
    <p:sldId id="264" r:id="rId4"/>
    <p:sldId id="265" r:id="rId5"/>
    <p:sldId id="262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84"/>
    <p:restoredTop sz="94730"/>
  </p:normalViewPr>
  <p:slideViewPr>
    <p:cSldViewPr snapToGrid="0">
      <p:cViewPr>
        <p:scale>
          <a:sx n="115" d="100"/>
          <a:sy n="115" d="100"/>
        </p:scale>
        <p:origin x="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0AE3C-22BA-EB97-E7FD-4C724C9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6E514E3-2BF3-E6DD-311D-973ACA022B2A}"/>
              </a:ext>
            </a:extLst>
          </p:cNvPr>
          <p:cNvSpPr txBox="1"/>
          <p:nvPr/>
        </p:nvSpPr>
        <p:spPr>
          <a:xfrm>
            <a:off x="557560" y="1271239"/>
            <a:ext cx="31851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System definition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171" name="Image 170">
            <a:extLst>
              <a:ext uri="{FF2B5EF4-FFF2-40B4-BE49-F238E27FC236}">
                <a16:creationId xmlns:a16="http://schemas.microsoft.com/office/drawing/2014/main" id="{0D457CA9-73F5-BC78-2F95-3D73575FE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383" y="1794459"/>
            <a:ext cx="9075234" cy="4930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788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6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88</Words>
  <Application>Microsoft Macintosh PowerPoint</Application>
  <PresentationFormat>Grand écran</PresentationFormat>
  <Paragraphs>38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13</cp:revision>
  <dcterms:created xsi:type="dcterms:W3CDTF">2025-11-13T16:08:56Z</dcterms:created>
  <dcterms:modified xsi:type="dcterms:W3CDTF">2025-11-14T09:01:54Z</dcterms:modified>
</cp:coreProperties>
</file>