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6_FDED5EF8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76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23" dt="2025-11-14T12:41:48.8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5"/>
    <p:restoredTop sz="94730"/>
  </p:normalViewPr>
  <p:slideViewPr>
    <p:cSldViewPr snapToGrid="0">
      <p:cViewPr varScale="1">
        <p:scale>
          <a:sx n="90" d="100"/>
          <a:sy n="90" d="100"/>
        </p:scale>
        <p:origin x="23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custSel addSld delSld modSld sldOrd">
      <pc:chgData name="David CLOUSIER" userId="768240c1-c1f0-4ea5-ba36-477fb0372b02" providerId="ADAL" clId="{CA5A136D-3B77-4157-88EA-9B5DC776E31F}" dt="2025-11-14T12:42:01.121" v="617" actId="2696"/>
      <pc:docMkLst>
        <pc:docMk/>
      </pc:docMkLst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modSp mod">
        <pc:chgData name="David CLOUSIER" userId="768240c1-c1f0-4ea5-ba36-477fb0372b02" providerId="ADAL" clId="{CA5A136D-3B77-4157-88EA-9B5DC776E31F}" dt="2025-11-14T12:36:09.387" v="370" actId="1076"/>
        <pc:sldMkLst>
          <pc:docMk/>
          <pc:sldMk cId="2038877534" sldId="265"/>
        </pc:sldMkLst>
        <pc:spChg chg="mod">
          <ac:chgData name="David CLOUSIER" userId="768240c1-c1f0-4ea5-ba36-477fb0372b02" providerId="ADAL" clId="{CA5A136D-3B77-4157-88EA-9B5DC776E31F}" dt="2025-11-14T12:35:22.612" v="350" actId="1076"/>
          <ac:spMkLst>
            <pc:docMk/>
            <pc:sldMk cId="2038877534" sldId="265"/>
            <ac:spMk id="2" creationId="{A7342DBE-D323-40D1-203B-7E14D1934799}"/>
          </ac:spMkLst>
        </pc:spChg>
        <pc:graphicFrameChg chg="mod modGraphic">
          <ac:chgData name="David CLOUSIER" userId="768240c1-c1f0-4ea5-ba36-477fb0372b02" providerId="ADAL" clId="{CA5A136D-3B77-4157-88EA-9B5DC776E31F}" dt="2025-11-14T12:36:09.387" v="370" actId="1076"/>
          <ac:graphicFrameMkLst>
            <pc:docMk/>
            <pc:sldMk cId="2038877534" sldId="265"/>
            <ac:graphicFrameMk id="5" creationId="{A503EEAC-D6B0-769E-C999-2EAA3B0348AC}"/>
          </ac:graphicFrameMkLst>
        </pc:graphicFrame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modSp mod">
        <pc:chgData name="David CLOUSIER" userId="768240c1-c1f0-4ea5-ba36-477fb0372b02" providerId="ADAL" clId="{CA5A136D-3B77-4157-88EA-9B5DC776E31F}" dt="2025-11-14T12:36:27.951" v="374" actId="20577"/>
        <pc:sldMkLst>
          <pc:docMk/>
          <pc:sldMk cId="1200049370" sldId="272"/>
        </pc:sldMkLst>
        <pc:spChg chg="mod">
          <ac:chgData name="David CLOUSIER" userId="768240c1-c1f0-4ea5-ba36-477fb0372b02" providerId="ADAL" clId="{CA5A136D-3B77-4157-88EA-9B5DC776E31F}" dt="2025-11-14T12:36:27.951" v="374" actId="20577"/>
          <ac:spMkLst>
            <pc:docMk/>
            <pc:sldMk cId="1200049370" sldId="272"/>
            <ac:spMk id="57" creationId="{60BF8CF9-B44F-9B89-905E-7FA36829BFE4}"/>
          </ac:spMkLst>
        </pc:spChg>
      </pc:sldChg>
      <pc:sldChg chg="modSp mod">
        <pc:chgData name="David CLOUSIER" userId="768240c1-c1f0-4ea5-ba36-477fb0372b02" providerId="ADAL" clId="{CA5A136D-3B77-4157-88EA-9B5DC776E31F}" dt="2025-11-14T12:32:10.166" v="261" actId="20577"/>
        <pc:sldMkLst>
          <pc:docMk/>
          <pc:sldMk cId="3661261013" sldId="273"/>
        </pc:sldMkLst>
        <pc:spChg chg="mod">
          <ac:chgData name="David CLOUSIER" userId="768240c1-c1f0-4ea5-ba36-477fb0372b02" providerId="ADAL" clId="{CA5A136D-3B77-4157-88EA-9B5DC776E31F}" dt="2025-11-14T12:32:10.166" v="261" actId="20577"/>
          <ac:spMkLst>
            <pc:docMk/>
            <pc:sldMk cId="3661261013" sldId="273"/>
            <ac:spMk id="3" creationId="{A0D71BD5-8F35-5E04-ED5C-9CCA868C1067}"/>
          </ac:spMkLst>
        </pc:sp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  <pc:sldChg chg="addSp modSp new mod">
        <pc:chgData name="David CLOUSIER" userId="768240c1-c1f0-4ea5-ba36-477fb0372b02" providerId="ADAL" clId="{CA5A136D-3B77-4157-88EA-9B5DC776E31F}" dt="2025-11-14T12:39:02.398" v="509" actId="20577"/>
        <pc:sldMkLst>
          <pc:docMk/>
          <pc:sldMk cId="1165766241" sldId="275"/>
        </pc:sldMkLst>
        <pc:spChg chg="add mod">
          <ac:chgData name="David CLOUSIER" userId="768240c1-c1f0-4ea5-ba36-477fb0372b02" providerId="ADAL" clId="{CA5A136D-3B77-4157-88EA-9B5DC776E31F}" dt="2025-11-14T12:37:15.723" v="392" actId="1076"/>
          <ac:spMkLst>
            <pc:docMk/>
            <pc:sldMk cId="1165766241" sldId="275"/>
            <ac:spMk id="3" creationId="{46A6F563-9CD7-0606-E47E-DCEE73C86966}"/>
          </ac:spMkLst>
        </pc:spChg>
        <pc:spChg chg="add mod">
          <ac:chgData name="David CLOUSIER" userId="768240c1-c1f0-4ea5-ba36-477fb0372b02" providerId="ADAL" clId="{CA5A136D-3B77-4157-88EA-9B5DC776E31F}" dt="2025-11-14T12:37:43.677" v="400" actId="255"/>
          <ac:spMkLst>
            <pc:docMk/>
            <pc:sldMk cId="1165766241" sldId="275"/>
            <ac:spMk id="6" creationId="{EED7A297-481F-C038-7E7F-60DA7758CC41}"/>
          </ac:spMkLst>
        </pc:spChg>
        <pc:spChg chg="add mod">
          <ac:chgData name="David CLOUSIER" userId="768240c1-c1f0-4ea5-ba36-477fb0372b02" providerId="ADAL" clId="{CA5A136D-3B77-4157-88EA-9B5DC776E31F}" dt="2025-11-14T12:38:32.326" v="426" actId="12"/>
          <ac:spMkLst>
            <pc:docMk/>
            <pc:sldMk cId="1165766241" sldId="275"/>
            <ac:spMk id="8" creationId="{84AA6083-BE9E-27C9-A0AC-2EB0544765C7}"/>
          </ac:spMkLst>
        </pc:spChg>
        <pc:spChg chg="add mod">
          <ac:chgData name="David CLOUSIER" userId="768240c1-c1f0-4ea5-ba36-477fb0372b02" providerId="ADAL" clId="{CA5A136D-3B77-4157-88EA-9B5DC776E31F}" dt="2025-11-14T12:39:02.398" v="509" actId="20577"/>
          <ac:spMkLst>
            <pc:docMk/>
            <pc:sldMk cId="1165766241" sldId="275"/>
            <ac:spMk id="9" creationId="{53641335-D01B-0C21-4F2B-800FE29056F0}"/>
          </ac:spMkLst>
        </pc:spChg>
        <pc:grpChg chg="add mod">
          <ac:chgData name="David CLOUSIER" userId="768240c1-c1f0-4ea5-ba36-477fb0372b02" providerId="ADAL" clId="{CA5A136D-3B77-4157-88EA-9B5DC776E31F}" dt="2025-11-14T12:37:44.474" v="401" actId="1076"/>
          <ac:grpSpMkLst>
            <pc:docMk/>
            <pc:sldMk cId="1165766241" sldId="275"/>
            <ac:grpSpMk id="4" creationId="{13F15E3A-37E8-743B-AA1B-76300541C787}"/>
          </ac:grpSpMkLst>
        </pc:grpChg>
        <pc:grpChg chg="add mod">
          <ac:chgData name="David CLOUSIER" userId="768240c1-c1f0-4ea5-ba36-477fb0372b02" providerId="ADAL" clId="{CA5A136D-3B77-4157-88EA-9B5DC776E31F}" dt="2025-11-14T12:37:50.284" v="402" actId="1076"/>
          <ac:grpSpMkLst>
            <pc:docMk/>
            <pc:sldMk cId="1165766241" sldId="275"/>
            <ac:grpSpMk id="7" creationId="{C3463924-2BC4-26E8-B8B4-39517B2713B8}"/>
          </ac:grpSpMkLst>
        </pc:grpChg>
        <pc:picChg chg="add mod">
          <ac:chgData name="David CLOUSIER" userId="768240c1-c1f0-4ea5-ba36-477fb0372b02" providerId="ADAL" clId="{CA5A136D-3B77-4157-88EA-9B5DC776E31F}" dt="2025-11-14T12:36:42.737" v="377" actId="164"/>
          <ac:picMkLst>
            <pc:docMk/>
            <pc:sldMk cId="1165766241" sldId="275"/>
            <ac:picMk id="2" creationId="{D81D1CC2-7577-6177-EBB8-5163B12B4CE7}"/>
          </ac:picMkLst>
        </pc:picChg>
        <pc:picChg chg="add mod">
          <ac:chgData name="David CLOUSIER" userId="768240c1-c1f0-4ea5-ba36-477fb0372b02" providerId="ADAL" clId="{CA5A136D-3B77-4157-88EA-9B5DC776E31F}" dt="2025-11-14T12:37:24.650" v="394" actId="164"/>
          <ac:picMkLst>
            <pc:docMk/>
            <pc:sldMk cId="1165766241" sldId="275"/>
            <ac:picMk id="5" creationId="{6D752E7E-81A7-F0C1-127B-FE5694BA4D08}"/>
          </ac:picMkLst>
        </pc:picChg>
      </pc:sldChg>
      <pc:sldChg chg="addSp delSp modSp new mod ord">
        <pc:chgData name="David CLOUSIER" userId="768240c1-c1f0-4ea5-ba36-477fb0372b02" providerId="ADAL" clId="{CA5A136D-3B77-4157-88EA-9B5DC776E31F}" dt="2025-11-14T12:41:56.451" v="616" actId="1076"/>
        <pc:sldMkLst>
          <pc:docMk/>
          <pc:sldMk cId="1142133561" sldId="276"/>
        </pc:sldMkLst>
        <pc:spChg chg="add mod">
          <ac:chgData name="David CLOUSIER" userId="768240c1-c1f0-4ea5-ba36-477fb0372b02" providerId="ADAL" clId="{CA5A136D-3B77-4157-88EA-9B5DC776E31F}" dt="2025-11-14T12:40:00.399" v="519" actId="255"/>
          <ac:spMkLst>
            <pc:docMk/>
            <pc:sldMk cId="1142133561" sldId="276"/>
            <ac:spMk id="3" creationId="{14AAC288-C695-333D-DC55-1830CCD9F11C}"/>
          </ac:spMkLst>
        </pc:spChg>
        <pc:spChg chg="add mod">
          <ac:chgData name="David CLOUSIER" userId="768240c1-c1f0-4ea5-ba36-477fb0372b02" providerId="ADAL" clId="{CA5A136D-3B77-4157-88EA-9B5DC776E31F}" dt="2025-11-14T12:40:22.732" v="524" actId="1076"/>
          <ac:spMkLst>
            <pc:docMk/>
            <pc:sldMk cId="1142133561" sldId="276"/>
            <ac:spMk id="5" creationId="{DF55796F-071D-62EA-5763-CB767C50ABEB}"/>
          </ac:spMkLst>
        </pc:spChg>
        <pc:spChg chg="add mod">
          <ac:chgData name="David CLOUSIER" userId="768240c1-c1f0-4ea5-ba36-477fb0372b02" providerId="ADAL" clId="{CA5A136D-3B77-4157-88EA-9B5DC776E31F}" dt="2025-11-14T12:41:56.451" v="616" actId="1076"/>
          <ac:spMkLst>
            <pc:docMk/>
            <pc:sldMk cId="1142133561" sldId="276"/>
            <ac:spMk id="7" creationId="{E0AFE446-49B2-DC0C-D125-3743F1402677}"/>
          </ac:spMkLst>
        </pc:spChg>
        <pc:spChg chg="add del mod">
          <ac:chgData name="David CLOUSIER" userId="768240c1-c1f0-4ea5-ba36-477fb0372b02" providerId="ADAL" clId="{CA5A136D-3B77-4157-88EA-9B5DC776E31F}" dt="2025-11-14T12:41:01.377" v="589" actId="478"/>
          <ac:spMkLst>
            <pc:docMk/>
            <pc:sldMk cId="1142133561" sldId="276"/>
            <ac:spMk id="8" creationId="{4E51151C-C519-6690-0C48-587C21F6E6C7}"/>
          </ac:spMkLst>
        </pc:spChg>
        <pc:grpChg chg="add mod">
          <ac:chgData name="David CLOUSIER" userId="768240c1-c1f0-4ea5-ba36-477fb0372b02" providerId="ADAL" clId="{CA5A136D-3B77-4157-88EA-9B5DC776E31F}" dt="2025-11-14T12:40:15.058" v="522" actId="1076"/>
          <ac:grpSpMkLst>
            <pc:docMk/>
            <pc:sldMk cId="1142133561" sldId="276"/>
            <ac:grpSpMk id="6" creationId="{9F4B721B-1728-BC2A-167D-22CE1096E843}"/>
          </ac:grpSpMkLst>
        </pc:grpChg>
        <pc:picChg chg="add mod">
          <ac:chgData name="David CLOUSIER" userId="768240c1-c1f0-4ea5-ba36-477fb0372b02" providerId="ADAL" clId="{CA5A136D-3B77-4157-88EA-9B5DC776E31F}" dt="2025-11-14T12:40:02.676" v="520" actId="1076"/>
          <ac:picMkLst>
            <pc:docMk/>
            <pc:sldMk cId="1142133561" sldId="276"/>
            <ac:picMk id="2" creationId="{04D5BB29-0570-0E8B-EF7A-BEF7E3527FC8}"/>
          </ac:picMkLst>
        </pc:picChg>
        <pc:picChg chg="add mod">
          <ac:chgData name="David CLOUSIER" userId="768240c1-c1f0-4ea5-ba36-477fb0372b02" providerId="ADAL" clId="{CA5A136D-3B77-4157-88EA-9B5DC776E31F}" dt="2025-11-14T12:39:53.148" v="517" actId="164"/>
          <ac:picMkLst>
            <pc:docMk/>
            <pc:sldMk cId="1142133561" sldId="276"/>
            <ac:picMk id="4" creationId="{E4C3CB1A-D15E-4635-FB14-F9EC124CEE01}"/>
          </ac:picMkLst>
        </pc:picChg>
      </pc:sldChg>
    </pc:docChg>
  </pc:docChgLst>
</pc:chgInfo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‹#›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microsoft.com/office/2018/10/relationships/comments" Target="../comments/modernComment_106_FDED5EF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Assess the future environmental impact of different wastewater treatment technologies in Germany by integrating MFA and prospective LCA approaches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E" sz="2800" dirty="0">
                <a:latin typeface="+mj-lt"/>
              </a:rPr>
              <a:t>Model the impact of Chemical of Emerging Concern (CEC) in the same context</a:t>
            </a: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481360" y="974906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73125"/>
              </p:ext>
            </p:extLst>
          </p:nvPr>
        </p:nvGraphicFramePr>
        <p:xfrm>
          <a:off x="711200" y="1565529"/>
          <a:ext cx="10591800" cy="476326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591733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480734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6519333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High environmental policy (SSP2_PkBudg650)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Low environmental </a:t>
                      </a:r>
                      <a:r>
                        <a:rPr lang="en-US" sz="2000" kern="100" dirty="0">
                          <a:effectLst/>
                          <a:latin typeface="+mj-lt"/>
                        </a:rPr>
                        <a:t>policy (SSP2_NPi)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Time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 | 2035 | 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Water 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Advanced oxidizing process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Ozonation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MFA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F15E3A-37E8-743B-AA1B-76300541C787}"/>
              </a:ext>
            </a:extLst>
          </p:cNvPr>
          <p:cNvGrpSpPr/>
          <p:nvPr/>
        </p:nvGrpSpPr>
        <p:grpSpPr>
          <a:xfrm>
            <a:off x="0" y="996915"/>
            <a:ext cx="7755467" cy="2432085"/>
            <a:chOff x="0" y="991033"/>
            <a:chExt cx="12192000" cy="4121742"/>
          </a:xfrm>
        </p:grpSpPr>
        <p:pic>
          <p:nvPicPr>
            <p:cNvPr id="2" name="Picture 1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D81D1CC2-7577-6177-EBB8-5163B12B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08059"/>
              <a:ext cx="12192000" cy="380471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6A6F563-9CD7-0606-E47E-DCEE73C86966}"/>
                </a:ext>
              </a:extLst>
            </p:cNvPr>
            <p:cNvSpPr txBox="1"/>
            <p:nvPr/>
          </p:nvSpPr>
          <p:spPr>
            <a:xfrm>
              <a:off x="0" y="991033"/>
              <a:ext cx="7519713" cy="8867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PkBudg650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3463924-2BC4-26E8-B8B4-39517B2713B8}"/>
              </a:ext>
            </a:extLst>
          </p:cNvPr>
          <p:cNvGrpSpPr/>
          <p:nvPr/>
        </p:nvGrpSpPr>
        <p:grpSpPr>
          <a:xfrm>
            <a:off x="0" y="3429000"/>
            <a:ext cx="7289800" cy="2787683"/>
            <a:chOff x="0" y="1015542"/>
            <a:chExt cx="12192000" cy="4122776"/>
          </a:xfrm>
        </p:grpSpPr>
        <p:pic>
          <p:nvPicPr>
            <p:cNvPr id="5" name="Picture 4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6D752E7E-81A7-F0C1-127B-FE5694BA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333602"/>
              <a:ext cx="12192000" cy="38047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7A297-481F-C038-7E7F-60DA7758CC41}"/>
                </a:ext>
              </a:extLst>
            </p:cNvPr>
            <p:cNvSpPr txBox="1"/>
            <p:nvPr/>
          </p:nvSpPr>
          <p:spPr>
            <a:xfrm>
              <a:off x="275547" y="1015542"/>
              <a:ext cx="7519713" cy="7738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 err="1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NPi</a:t>
              </a:r>
              <a:endPara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4AA6083-BE9E-27C9-A0AC-2EB0544765C7}"/>
              </a:ext>
            </a:extLst>
          </p:cNvPr>
          <p:cNvSpPr txBox="1"/>
          <p:nvPr/>
        </p:nvSpPr>
        <p:spPr>
          <a:xfrm>
            <a:off x="6878819" y="4690534"/>
            <a:ext cx="357751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No irrigation use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1335-D01B-0C21-4F2B-800FE29056F0}"/>
              </a:ext>
            </a:extLst>
          </p:cNvPr>
          <p:cNvSpPr txBox="1"/>
          <p:nvPr/>
        </p:nvSpPr>
        <p:spPr>
          <a:xfrm>
            <a:off x="6878818" y="1998713"/>
            <a:ext cx="3577513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6576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3">
            <a:extLst>
              <a:ext uri="{FF2B5EF4-FFF2-40B4-BE49-F238E27FC236}">
                <a16:creationId xmlns:a16="http://schemas.microsoft.com/office/drawing/2014/main" id="{04D5BB29-0570-0E8B-EF7A-BEF7E3527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2750"/>
            <a:ext cx="7878232" cy="23262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AC288-C695-333D-DC55-1830CCD9F11C}"/>
              </a:ext>
            </a:extLst>
          </p:cNvPr>
          <p:cNvSpPr txBox="1"/>
          <p:nvPr/>
        </p:nvSpPr>
        <p:spPr>
          <a:xfrm>
            <a:off x="265386" y="964742"/>
            <a:ext cx="751971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4B721B-1728-BC2A-167D-22CE1096E843}"/>
              </a:ext>
            </a:extLst>
          </p:cNvPr>
          <p:cNvGrpSpPr/>
          <p:nvPr/>
        </p:nvGrpSpPr>
        <p:grpSpPr>
          <a:xfrm>
            <a:off x="152400" y="3428999"/>
            <a:ext cx="7878232" cy="2698784"/>
            <a:chOff x="93133" y="3107747"/>
            <a:chExt cx="12192000" cy="3750253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4C3CB1A-D15E-4635-FB14-F9EC124CE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3" y="3258000"/>
              <a:ext cx="12192000" cy="3600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55796F-071D-62EA-5763-CB767C50ABEB}"/>
                </a:ext>
              </a:extLst>
            </p:cNvPr>
            <p:cNvSpPr txBox="1"/>
            <p:nvPr/>
          </p:nvSpPr>
          <p:spPr>
            <a:xfrm>
              <a:off x="371622" y="3107747"/>
              <a:ext cx="7519714" cy="7270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2045 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0AFE446-49B2-DC0C-D125-3743F1402677}"/>
              </a:ext>
            </a:extLst>
          </p:cNvPr>
          <p:cNvSpPr txBox="1"/>
          <p:nvPr/>
        </p:nvSpPr>
        <p:spPr>
          <a:xfrm>
            <a:off x="7785099" y="3802722"/>
            <a:ext cx="3577513" cy="18158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Globally less quantity, from population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Irr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igation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</a:p>
        </p:txBody>
      </p:sp>
    </p:spTree>
    <p:extLst>
      <p:ext uri="{BB962C8B-B14F-4D97-AF65-F5344CB8AC3E}">
        <p14:creationId xmlns:p14="http://schemas.microsoft.com/office/powerpoint/2010/main" val="114213356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293</Words>
  <Application>Microsoft Office PowerPoint</Application>
  <PresentationFormat>Widescreen</PresentationFormat>
  <Paragraphs>120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Arial Rounded MT Bold</vt:lpstr>
      <vt:lpstr>Calibri</vt:lpstr>
      <vt:lpstr>Calibri Light</vt:lpstr>
      <vt:lpstr>Wingdings</vt:lpstr>
      <vt:lpstr>Thème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Mamy</dc:creator>
  <cp:lastModifiedBy>David CLOUSIER</cp:lastModifiedBy>
  <cp:revision>41</cp:revision>
  <dcterms:created xsi:type="dcterms:W3CDTF">2025-11-13T16:08:56Z</dcterms:created>
  <dcterms:modified xsi:type="dcterms:W3CDTF">2025-11-14T12:42:03Z</dcterms:modified>
</cp:coreProperties>
</file>