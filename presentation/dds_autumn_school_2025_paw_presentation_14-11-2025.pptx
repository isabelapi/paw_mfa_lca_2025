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57" r:id="rId13"/>
    <p:sldId id="258" r:id="rId14"/>
    <p:sldId id="259" r:id="rId15"/>
    <p:sldId id="260" r:id="rId16"/>
    <p:sldId id="261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80"/>
    <p:restoredTop sz="94730"/>
  </p:normalViewPr>
  <p:slideViewPr>
    <p:cSldViewPr snapToGrid="0">
      <p:cViewPr>
        <p:scale>
          <a:sx n="150" d="100"/>
          <a:sy n="150" d="100"/>
        </p:scale>
        <p:origin x="10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Obtain the future environmental impact of different wastewater treatment technologies by integrating MFA and prospective LCA approaches.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1E429-85BA-1BB1-1449-6DF8238D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BBC5FB50-4B7C-8ED6-9C0A-AFBE4099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05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12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BA1C52-DD10-6B06-AF85-FEF70BE7519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PkBudg650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310DC-00E0-1304-5DD6-1131E9D81E5F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NPi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C0978-77A7-FE59-A2F0-00F6723AC64D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32E2A6-AC35-8DCE-9CC4-CAD9DFB7EFA5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2035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326718-3575-5641-B71D-7EF28457C227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2045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</Words>
  <Application>Microsoft Office PowerPoint</Application>
  <PresentationFormat>Widescreen</PresentationFormat>
  <Paragraphs>108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Rounded MT Bold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Isabela PICHARDO VELAZQUEZ</cp:lastModifiedBy>
  <cp:revision>37</cp:revision>
  <dcterms:created xsi:type="dcterms:W3CDTF">2025-11-13T16:08:56Z</dcterms:created>
  <dcterms:modified xsi:type="dcterms:W3CDTF">2025-11-14T10:20:58Z</dcterms:modified>
</cp:coreProperties>
</file>