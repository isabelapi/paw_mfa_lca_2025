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omments/modernComment_101_6001014.xml" ContentType="application/vnd.ms-powerpoint.comments+xml"/>
  <Override PartName="/ppt/comments/modernComment_102_CA4F73BD.xml" ContentType="application/vnd.ms-powerpoint.comments+xml"/>
  <Override PartName="/ppt/comments/modernComment_103_7C9AD750.xml" ContentType="application/vnd.ms-powerpoint.comments+xml"/>
  <Override PartName="/ppt/comments/modernComment_104_9C88742F.xml" ContentType="application/vnd.ms-powerpoint.comments+xml"/>
  <Override PartName="/ppt/comments/modernComment_105_5AC3AF9B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3" r:id="rId3"/>
    <p:sldId id="262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67"/>
    <p:restoredTop sz="94660"/>
  </p:normalViewPr>
  <p:slideViewPr>
    <p:cSldViewPr snapToGrid="0">
      <p:cViewPr varScale="1">
        <p:scale>
          <a:sx n="114" d="100"/>
          <a:sy n="114" d="100"/>
        </p:scale>
        <p:origin x="5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omments/modernComment_101_60010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497F89-0A1E-495E-8D86-8ECDB068BF6E}" authorId="{83344440-1645-F163-DD48-EE81A8C93DED}" created="2025-11-13T18:53:00.0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0667412" sldId="257"/>
      <ac:picMk id="14" creationId="{6D96C345-5B47-EEA1-F8C7-D6F20EAAFF8B}"/>
    </ac:deMkLst>
    <p188:txBody>
      <a:bodyPr/>
      <a:lstStyle/>
      <a:p>
        <a:r>
          <a:rPr lang="en-GB"/>
          <a:t>High scenario, summed over everything else</a:t>
        </a:r>
      </a:p>
    </p188:txBody>
  </p188:cm>
</p188:cmLst>
</file>

<file path=ppt/comments/modernComment_102_CA4F73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A99567E-D2E2-4117-A349-2826DF33C5CF}" authorId="{83344440-1645-F163-DD48-EE81A8C93DED}" created="2025-11-13T18:53:16.67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94204605" sldId="258"/>
      <ac:picMk id="3" creationId="{96FD3213-1AEE-D603-F9E2-58B952A3DA24}"/>
    </ac:deMkLst>
    <p188:txBody>
      <a:bodyPr/>
      <a:lstStyle/>
      <a:p>
        <a:r>
          <a:rPr lang="en-GB"/>
          <a:t>Low scenario, summed over everything else</a:t>
        </a:r>
      </a:p>
    </p188:txBody>
  </p188:cm>
</p188:cmLst>
</file>

<file path=ppt/comments/modernComment_103_7C9AD7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A7EADBB-460D-4F05-93AE-0ACD9FCF39B6}" authorId="{83344440-1645-F163-DD48-EE81A8C93DED}" created="2025-11-13T18:53:35.97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90522448" sldId="259"/>
      <ac:picMk id="3" creationId="{AFDB750F-6FB4-7635-C786-8FC851DAA611}"/>
    </ac:deMkLst>
    <p188:txBody>
      <a:bodyPr/>
      <a:lstStyle/>
      <a:p>
        <a:r>
          <a:rPr lang="en-GB"/>
          <a:t>2020 MFA, summed over everything else</a:t>
        </a:r>
      </a:p>
    </p188:txBody>
  </p188:cm>
</p188:cmLst>
</file>

<file path=ppt/comments/modernComment_104_9C8874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4147A11-01C7-4D2E-852E-992EC574BF15}" authorId="{83344440-1645-F163-DD48-EE81A8C93DED}" created="2025-11-13T18:54:00.5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26188335" sldId="260"/>
      <ac:picMk id="3" creationId="{1865928E-9A82-7D7F-B570-F36C38BCC06D}"/>
    </ac:deMkLst>
    <p188:txBody>
      <a:bodyPr/>
      <a:lstStyle/>
      <a:p>
        <a:r>
          <a:rPr lang="en-GB"/>
          <a:t>2035 MFA, summed over everything else</a:t>
        </a:r>
      </a:p>
    </p188:txBody>
  </p188:cm>
</p188:cmLst>
</file>

<file path=ppt/comments/modernComment_105_5AC3AF9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5C627D-3384-45DB-A3CF-B118D1900EE5}" authorId="{83344440-1645-F163-DD48-EE81A8C93DED}" created="2025-11-13T18:54:17.7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2773915" sldId="261"/>
      <ac:picMk id="3" creationId="{BE855E42-AACD-6673-E0BE-465336C2F697}"/>
    </ac:deMkLst>
    <p188:txBody>
      <a:bodyPr/>
      <a:lstStyle/>
      <a:p>
        <a:r>
          <a:rPr lang="en-GB"/>
          <a:t>2045 MFA, summed over everything else</a:t>
        </a:r>
      </a:p>
    </p188:txBody>
  </p188:cm>
</p188:cmLst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‹N°›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microsoft.com/office/2018/10/relationships/comments" Target="../comments/modernComment_101_600101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2_CA4F73BD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3_7C9AD750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104_9C88742F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05_5AC3AF9B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621825" y="1970048"/>
            <a:ext cx="9462487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Context and 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 and 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 and perspectives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E195B2C-4136-46E6-671C-9CB75D1AE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5C4411C-14CA-9CDC-4576-EED7800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dirty="0">
                <a:latin typeface="Arial Rounded MT Bold" panose="020F0704030504030204" pitchFamily="34" charset="77"/>
              </a:rPr>
              <a:t> | </a:t>
            </a:r>
            <a:fld id="{11681171-7214-0347-ABE7-0EB6FB806A12}" type="slidenum">
              <a:rPr lang="fr-FR">
                <a:latin typeface="Arial Rounded MT Bold" panose="020F0704030504030204" pitchFamily="34" charset="77"/>
              </a:rPr>
              <a:t>4</a:t>
            </a:fld>
            <a:endParaRPr lang="fr-FR" dirty="0">
              <a:latin typeface="Arial Rounded MT Bold" panose="020F0704030504030204" pitchFamily="34" charset="77"/>
            </a:endParaRPr>
          </a:p>
        </p:txBody>
      </p:sp>
      <p:pic>
        <p:nvPicPr>
          <p:cNvPr id="14" name="Picture 13" descr="A close-up of a graph&#10;&#10;AI-generated content may be incorrect.">
            <a:extLst>
              <a:ext uri="{FF2B5EF4-FFF2-40B4-BE49-F238E27FC236}">
                <a16:creationId xmlns:a16="http://schemas.microsoft.com/office/drawing/2014/main" id="{6D96C345-5B47-EEA1-F8C7-D6F20EAAF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674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96FD3213-1AEE-D603-F9E2-58B952A3D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2046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AFDB750F-6FB4-7635-C786-8FC851DAA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52244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865928E-9A82-7D7F-B570-F36C38BCC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883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diagram&#10;&#10;AI-generated content may be incorrect.">
            <a:extLst>
              <a:ext uri="{FF2B5EF4-FFF2-40B4-BE49-F238E27FC236}">
                <a16:creationId xmlns:a16="http://schemas.microsoft.com/office/drawing/2014/main" id="{BE855E42-AACD-6673-E0BE-465336C2F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739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39</Words>
  <Application>Microsoft Macintosh PowerPoint</Application>
  <PresentationFormat>Grand écran</PresentationFormat>
  <Paragraphs>15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Arial</vt:lpstr>
      <vt:lpstr>Arial Rounded MT Bold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Mamy</cp:lastModifiedBy>
  <cp:revision>8</cp:revision>
  <dcterms:created xsi:type="dcterms:W3CDTF">2025-11-13T16:08:56Z</dcterms:created>
  <dcterms:modified xsi:type="dcterms:W3CDTF">2025-11-13T19:36:33Z</dcterms:modified>
</cp:coreProperties>
</file>