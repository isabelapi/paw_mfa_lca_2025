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57" r:id="rId13"/>
    <p:sldId id="258" r:id="rId14"/>
    <p:sldId id="259" r:id="rId15"/>
    <p:sldId id="260" r:id="rId16"/>
    <p:sldId id="261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80"/>
    <p:restoredTop sz="94730"/>
  </p:normalViewPr>
  <p:slideViewPr>
    <p:cSldViewPr snapToGrid="0">
      <p:cViewPr varScale="1">
        <p:scale>
          <a:sx n="114" d="100"/>
          <a:sy n="114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Obtain the future environmental impact of different wastewater treatment technologies by integrating MFA and prospective LCA approaches.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1E429-85BA-1BB1-1449-6DF8238D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BBC5FB50-4B7C-8ED6-9C0A-AFBE4099C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05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12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BA1C52-DD10-6B06-AF85-FEF70BE75194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PkBudg650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2310DC-00E0-1304-5DD6-1131E9D81E5F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NPi</a:t>
            </a:r>
            <a:endParaRPr lang="en-US" sz="2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CBC0978-77A7-FE59-A2F0-00F6723AC64D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432E2A6-AC35-8DCE-9CC4-CAD9DFB7EFA5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2035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5326718-3575-5641-B71D-7EF28457C227}"/>
              </a:ext>
            </a:extLst>
          </p:cNvPr>
          <p:cNvSpPr txBox="1"/>
          <p:nvPr/>
        </p:nvSpPr>
        <p:spPr>
          <a:xfrm>
            <a:off x="265386" y="964742"/>
            <a:ext cx="751971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2045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249</Words>
  <Application>Microsoft Macintosh PowerPoint</Application>
  <PresentationFormat>Grand écran</PresentationFormat>
  <Paragraphs>108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2" baseType="lpstr">
      <vt:lpstr>Arial</vt:lpstr>
      <vt:lpstr>Arial Rounded MT Bold</vt:lpstr>
      <vt:lpstr>Calibri</vt:lpstr>
      <vt:lpstr>Calibri Light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38</cp:revision>
  <dcterms:created xsi:type="dcterms:W3CDTF">2025-11-13T16:08:56Z</dcterms:created>
  <dcterms:modified xsi:type="dcterms:W3CDTF">2025-11-14T10:30:37Z</dcterms:modified>
</cp:coreProperties>
</file>