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omments/modernComment_106_FDED5EF8.xml" ContentType="application/vnd.ms-powerpoint.comment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63" r:id="rId3"/>
    <p:sldId id="271" r:id="rId4"/>
    <p:sldId id="273" r:id="rId5"/>
    <p:sldId id="274" r:id="rId6"/>
    <p:sldId id="265" r:id="rId7"/>
    <p:sldId id="268" r:id="rId8"/>
    <p:sldId id="269" r:id="rId9"/>
    <p:sldId id="272" r:id="rId10"/>
    <p:sldId id="262" r:id="rId11"/>
    <p:sldId id="275" r:id="rId12"/>
    <p:sldId id="276" r:id="rId13"/>
    <p:sldId id="277" r:id="rId14"/>
    <p:sldId id="278" r:id="rId15"/>
    <p:sldId id="280" r:id="rId16"/>
    <p:sldId id="281" r:id="rId17"/>
    <p:sldId id="282" r:id="rId18"/>
    <p:sldId id="279" r:id="rId19"/>
    <p:sldId id="284" r:id="rId20"/>
    <p:sldId id="285" r:id="rId21"/>
    <p:sldId id="283" r:id="rId2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EF977-7F1E-4A7B-AC1E-AF3BB813DE99}" v="40" dt="2025-11-14T12:56:30.0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25"/>
    <p:restoredTop sz="94730"/>
  </p:normalViewPr>
  <p:slideViewPr>
    <p:cSldViewPr snapToGrid="0">
      <p:cViewPr>
        <p:scale>
          <a:sx n="100" d="100"/>
          <a:sy n="100" d="100"/>
        </p:scale>
        <p:origin x="780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Relationship Id="rId3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CLOUSIER" userId="768240c1-c1f0-4ea5-ba36-477fb0372b02" providerId="ADAL" clId="{CA5A136D-3B77-4157-88EA-9B5DC776E31F}"/>
    <pc:docChg chg="undo redo custSel addSld delSld modSld sldOrd">
      <pc:chgData name="David CLOUSIER" userId="768240c1-c1f0-4ea5-ba36-477fb0372b02" providerId="ADAL" clId="{CA5A136D-3B77-4157-88EA-9B5DC776E31F}" dt="2025-11-14T12:57:40.359" v="931" actId="1076"/>
      <pc:docMkLst>
        <pc:docMk/>
      </pc:docMkLst>
      <pc:sldChg chg="addSp delSp modSp del mod">
        <pc:chgData name="David CLOUSIER" userId="768240c1-c1f0-4ea5-ba36-477fb0372b02" providerId="ADAL" clId="{CA5A136D-3B77-4157-88EA-9B5DC776E31F}" dt="2025-11-14T12:39:27.615" v="510" actId="2696"/>
        <pc:sldMkLst>
          <pc:docMk/>
          <pc:sldMk cId="100667412" sldId="257"/>
        </pc:sldMkLst>
        <pc:spChg chg="mod">
          <ac:chgData name="David CLOUSIER" userId="768240c1-c1f0-4ea5-ba36-477fb0372b02" providerId="ADAL" clId="{CA5A136D-3B77-4157-88EA-9B5DC776E31F}" dt="2025-11-14T12:24:25.360" v="75" actId="1076"/>
          <ac:spMkLst>
            <pc:docMk/>
            <pc:sldMk cId="100667412" sldId="257"/>
            <ac:spMk id="7" creationId="{9DBA1C52-DD10-6B06-AF85-FEF70BE75194}"/>
          </ac:spMkLst>
        </pc:spChg>
        <pc:picChg chg="add mod ord">
          <ac:chgData name="David CLOUSIER" userId="768240c1-c1f0-4ea5-ba36-477fb0372b02" providerId="ADAL" clId="{CA5A136D-3B77-4157-88EA-9B5DC776E31F}" dt="2025-11-14T12:24:25.360" v="75" actId="1076"/>
          <ac:picMkLst>
            <pc:docMk/>
            <pc:sldMk cId="100667412" sldId="257"/>
            <ac:picMk id="4" creationId="{AE426B8B-85F5-967D-35CD-BBD724430DC3}"/>
          </ac:picMkLst>
        </pc:picChg>
        <pc:picChg chg="del">
          <ac:chgData name="David CLOUSIER" userId="768240c1-c1f0-4ea5-ba36-477fb0372b02" providerId="ADAL" clId="{CA5A136D-3B77-4157-88EA-9B5DC776E31F}" dt="2025-11-14T12:23:40.286" v="57" actId="478"/>
          <ac:picMkLst>
            <pc:docMk/>
            <pc:sldMk cId="100667412" sldId="257"/>
            <ac:picMk id="14" creationId="{6D96C345-5B47-EEA1-F8C7-D6F20EAAFF8B}"/>
          </ac:picMkLst>
        </pc:picChg>
      </pc:sldChg>
      <pc:sldChg chg="addSp delSp modSp del mod">
        <pc:chgData name="David CLOUSIER" userId="768240c1-c1f0-4ea5-ba36-477fb0372b02" providerId="ADAL" clId="{CA5A136D-3B77-4157-88EA-9B5DC776E31F}" dt="2025-11-14T12:39:27.615" v="510" actId="2696"/>
        <pc:sldMkLst>
          <pc:docMk/>
          <pc:sldMk cId="3394204605" sldId="258"/>
        </pc:sldMkLst>
        <pc:spChg chg="mod">
          <ac:chgData name="David CLOUSIER" userId="768240c1-c1f0-4ea5-ba36-477fb0372b02" providerId="ADAL" clId="{CA5A136D-3B77-4157-88EA-9B5DC776E31F}" dt="2025-11-14T12:24:17.879" v="73" actId="1076"/>
          <ac:spMkLst>
            <pc:docMk/>
            <pc:sldMk cId="3394204605" sldId="258"/>
            <ac:spMk id="2" creationId="{EC2310DC-00E0-1304-5DD6-1131E9D81E5F}"/>
          </ac:spMkLst>
        </pc:spChg>
        <pc:picChg chg="del">
          <ac:chgData name="David CLOUSIER" userId="768240c1-c1f0-4ea5-ba36-477fb0372b02" providerId="ADAL" clId="{CA5A136D-3B77-4157-88EA-9B5DC776E31F}" dt="2025-11-14T12:24:04.207" v="68" actId="478"/>
          <ac:picMkLst>
            <pc:docMk/>
            <pc:sldMk cId="3394204605" sldId="258"/>
            <ac:picMk id="3" creationId="{96FD3213-1AEE-D603-F9E2-58B952A3DA24}"/>
          </ac:picMkLst>
        </pc:picChg>
        <pc:picChg chg="add mod ord">
          <ac:chgData name="David CLOUSIER" userId="768240c1-c1f0-4ea5-ba36-477fb0372b02" providerId="ADAL" clId="{CA5A136D-3B77-4157-88EA-9B5DC776E31F}" dt="2025-11-14T12:24:17.879" v="73" actId="1076"/>
          <ac:picMkLst>
            <pc:docMk/>
            <pc:sldMk cId="3394204605" sldId="258"/>
            <ac:picMk id="5" creationId="{84336198-50EF-FFE0-DCAE-709610CF0A21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2090522448" sldId="259"/>
        </pc:sldMkLst>
        <pc:spChg chg="mod">
          <ac:chgData name="David CLOUSIER" userId="768240c1-c1f0-4ea5-ba36-477fb0372b02" providerId="ADAL" clId="{CA5A136D-3B77-4157-88EA-9B5DC776E31F}" dt="2025-11-14T12:24:56.032" v="76" actId="207"/>
          <ac:spMkLst>
            <pc:docMk/>
            <pc:sldMk cId="2090522448" sldId="259"/>
            <ac:spMk id="2" creationId="{1CBC0978-77A7-FE59-A2F0-00F6723AC64D}"/>
          </ac:spMkLst>
        </pc:spChg>
        <pc:picChg chg="mod ord">
          <ac:chgData name="David CLOUSIER" userId="768240c1-c1f0-4ea5-ba36-477fb0372b02" providerId="ADAL" clId="{CA5A136D-3B77-4157-88EA-9B5DC776E31F}" dt="2025-11-14T12:25:47.319" v="93" actId="14100"/>
          <ac:picMkLst>
            <pc:docMk/>
            <pc:sldMk cId="2090522448" sldId="259"/>
            <ac:picMk id="4" creationId="{29745990-553C-14C4-C7E3-6C43485CEF8F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2626188335" sldId="260"/>
        </pc:sldMkLst>
        <pc:spChg chg="mod">
          <ac:chgData name="David CLOUSIER" userId="768240c1-c1f0-4ea5-ba36-477fb0372b02" providerId="ADAL" clId="{CA5A136D-3B77-4157-88EA-9B5DC776E31F}" dt="2025-11-14T12:25:13.856" v="83" actId="207"/>
          <ac:spMkLst>
            <pc:docMk/>
            <pc:sldMk cId="2626188335" sldId="260"/>
            <ac:spMk id="2" creationId="{E432E2A6-AC35-8DCE-9CC4-CAD9DFB7EFA5}"/>
          </ac:spMkLst>
        </pc:spChg>
        <pc:picChg chg="mod ord">
          <ac:chgData name="David CLOUSIER" userId="768240c1-c1f0-4ea5-ba36-477fb0372b02" providerId="ADAL" clId="{CA5A136D-3B77-4157-88EA-9B5DC776E31F}" dt="2025-11-14T12:25:41.671" v="91" actId="14100"/>
          <ac:picMkLst>
            <pc:docMk/>
            <pc:sldMk cId="2626188335" sldId="260"/>
            <ac:picMk id="4" creationId="{4DA1CC83-5206-BE58-0F46-E2A8C0090B1E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1522773915" sldId="261"/>
        </pc:sldMkLst>
        <pc:spChg chg="mod">
          <ac:chgData name="David CLOUSIER" userId="768240c1-c1f0-4ea5-ba36-477fb0372b02" providerId="ADAL" clId="{CA5A136D-3B77-4157-88EA-9B5DC776E31F}" dt="2025-11-14T12:25:29.702" v="88" actId="207"/>
          <ac:spMkLst>
            <pc:docMk/>
            <pc:sldMk cId="1522773915" sldId="261"/>
            <ac:spMk id="2" creationId="{35326718-3575-5641-B71D-7EF28457C227}"/>
          </ac:spMkLst>
        </pc:spChg>
        <pc:picChg chg="mod ord">
          <ac:chgData name="David CLOUSIER" userId="768240c1-c1f0-4ea5-ba36-477fb0372b02" providerId="ADAL" clId="{CA5A136D-3B77-4157-88EA-9B5DC776E31F}" dt="2025-11-14T12:25:38.271" v="90" actId="14100"/>
          <ac:picMkLst>
            <pc:docMk/>
            <pc:sldMk cId="1522773915" sldId="261"/>
            <ac:picMk id="4" creationId="{79A87C96-10A6-E4D8-FEBF-DE309B80E2E3}"/>
          </ac:picMkLst>
        </pc:picChg>
      </pc:sldChg>
      <pc:sldChg chg="addSp delSp modSp mod">
        <pc:chgData name="David CLOUSIER" userId="768240c1-c1f0-4ea5-ba36-477fb0372b02" providerId="ADAL" clId="{CA5A136D-3B77-4157-88EA-9B5DC776E31F}" dt="2025-11-14T12:25:51.481" v="94" actId="1076"/>
        <pc:sldMkLst>
          <pc:docMk/>
          <pc:sldMk cId="4260191992" sldId="262"/>
        </pc:sldMkLst>
        <pc:spChg chg="mod">
          <ac:chgData name="David CLOUSIER" userId="768240c1-c1f0-4ea5-ba36-477fb0372b02" providerId="ADAL" clId="{CA5A136D-3B77-4157-88EA-9B5DC776E31F}" dt="2025-11-14T12:24:22.272" v="74" actId="1076"/>
          <ac:spMkLst>
            <pc:docMk/>
            <pc:sldMk cId="4260191992" sldId="262"/>
            <ac:spMk id="4" creationId="{E6201F68-253E-7A24-AE10-2AF501F44104}"/>
          </ac:spMkLst>
        </pc:spChg>
        <pc:picChg chg="del mod">
          <ac:chgData name="David CLOUSIER" userId="768240c1-c1f0-4ea5-ba36-477fb0372b02" providerId="ADAL" clId="{CA5A136D-3B77-4157-88EA-9B5DC776E31F}" dt="2025-11-14T12:23:03.183" v="47" actId="478"/>
          <ac:picMkLst>
            <pc:docMk/>
            <pc:sldMk cId="4260191992" sldId="262"/>
            <ac:picMk id="3" creationId="{1E195B2C-4136-46E6-671C-9CB75D1AE2E7}"/>
          </ac:picMkLst>
        </pc:picChg>
        <pc:picChg chg="add mod ord">
          <ac:chgData name="David CLOUSIER" userId="768240c1-c1f0-4ea5-ba36-477fb0372b02" providerId="ADAL" clId="{CA5A136D-3B77-4157-88EA-9B5DC776E31F}" dt="2025-11-14T12:25:51.481" v="94" actId="1076"/>
          <ac:picMkLst>
            <pc:docMk/>
            <pc:sldMk cId="4260191992" sldId="262"/>
            <ac:picMk id="5" creationId="{7259F870-464B-9419-6C85-DFFC837F7B0E}"/>
          </ac:picMkLst>
        </pc:picChg>
      </pc:sldChg>
      <pc:sldChg chg="modSp mod">
        <pc:chgData name="David CLOUSIER" userId="768240c1-c1f0-4ea5-ba36-477fb0372b02" providerId="ADAL" clId="{CA5A136D-3B77-4157-88EA-9B5DC776E31F}" dt="2025-11-14T12:36:09.387" v="370" actId="1076"/>
        <pc:sldMkLst>
          <pc:docMk/>
          <pc:sldMk cId="2038877534" sldId="265"/>
        </pc:sldMkLst>
        <pc:spChg chg="mod">
          <ac:chgData name="David CLOUSIER" userId="768240c1-c1f0-4ea5-ba36-477fb0372b02" providerId="ADAL" clId="{CA5A136D-3B77-4157-88EA-9B5DC776E31F}" dt="2025-11-14T12:35:22.612" v="350" actId="1076"/>
          <ac:spMkLst>
            <pc:docMk/>
            <pc:sldMk cId="2038877534" sldId="265"/>
            <ac:spMk id="2" creationId="{A7342DBE-D323-40D1-203B-7E14D1934799}"/>
          </ac:spMkLst>
        </pc:spChg>
        <pc:graphicFrameChg chg="mod modGraphic">
          <ac:chgData name="David CLOUSIER" userId="768240c1-c1f0-4ea5-ba36-477fb0372b02" providerId="ADAL" clId="{CA5A136D-3B77-4157-88EA-9B5DC776E31F}" dt="2025-11-14T12:36:09.387" v="370" actId="1076"/>
          <ac:graphicFrameMkLst>
            <pc:docMk/>
            <pc:sldMk cId="2038877534" sldId="265"/>
            <ac:graphicFrameMk id="5" creationId="{A503EEAC-D6B0-769E-C999-2EAA3B0348AC}"/>
          </ac:graphicFrameMkLst>
        </pc:graphicFrameChg>
      </pc:sldChg>
      <pc:sldChg chg="addSp delSp modSp mod">
        <pc:chgData name="David CLOUSIER" userId="768240c1-c1f0-4ea5-ba36-477fb0372b02" providerId="ADAL" clId="{CA5A136D-3B77-4157-88EA-9B5DC776E31F}" dt="2025-11-14T12:14:08.346" v="42" actId="164"/>
        <pc:sldMkLst>
          <pc:docMk/>
          <pc:sldMk cId="2131562667" sldId="268"/>
        </pc:sldMkLst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3" creationId="{7B0147BF-A519-F5B0-990A-0EC765753D73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4" creationId="{B1467094-7648-6988-3741-3FCC210D843C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5" creationId="{1E93D582-B447-7559-8A46-9230B094F35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6" creationId="{D55BD84C-8B53-B174-6BB7-FE72BBC3459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7" creationId="{26EF984F-3F50-6C4F-6B0D-3A66264AF96A}"/>
          </ac:spMkLst>
        </pc:spChg>
        <pc:grpChg chg="add del mod">
          <ac:chgData name="David CLOUSIER" userId="768240c1-c1f0-4ea5-ba36-477fb0372b02" providerId="ADAL" clId="{CA5A136D-3B77-4157-88EA-9B5DC776E31F}" dt="2025-11-14T12:14:08.346" v="42" actId="164"/>
          <ac:grpSpMkLst>
            <pc:docMk/>
            <pc:sldMk cId="2131562667" sldId="268"/>
            <ac:grpSpMk id="68" creationId="{98FCA504-BD2E-4C70-18DD-5F2CC5B42916}"/>
          </ac:grpSpMkLst>
        </pc:grpChg>
        <pc:cxnChg chg="add del mod">
          <ac:chgData name="David CLOUSIER" userId="768240c1-c1f0-4ea5-ba36-477fb0372b02" providerId="ADAL" clId="{CA5A136D-3B77-4157-88EA-9B5DC776E31F}" dt="2025-11-14T12:13:11.839" v="15" actId="14100"/>
          <ac:cxnSpMkLst>
            <pc:docMk/>
            <pc:sldMk cId="2131562667" sldId="268"/>
            <ac:cxnSpMk id="48" creationId="{4953AA89-E760-CCBF-D1E1-3D99229119CD}"/>
          </ac:cxnSpMkLst>
        </pc:cxnChg>
      </pc:sldChg>
      <pc:sldChg chg="modSp mod">
        <pc:chgData name="David CLOUSIER" userId="768240c1-c1f0-4ea5-ba36-477fb0372b02" providerId="ADAL" clId="{CA5A136D-3B77-4157-88EA-9B5DC776E31F}" dt="2025-11-14T12:36:27.951" v="374" actId="20577"/>
        <pc:sldMkLst>
          <pc:docMk/>
          <pc:sldMk cId="1200049370" sldId="272"/>
        </pc:sldMkLst>
        <pc:spChg chg="mod">
          <ac:chgData name="David CLOUSIER" userId="768240c1-c1f0-4ea5-ba36-477fb0372b02" providerId="ADAL" clId="{CA5A136D-3B77-4157-88EA-9B5DC776E31F}" dt="2025-11-14T12:36:27.951" v="374" actId="20577"/>
          <ac:spMkLst>
            <pc:docMk/>
            <pc:sldMk cId="1200049370" sldId="272"/>
            <ac:spMk id="57" creationId="{60BF8CF9-B44F-9B89-905E-7FA36829BFE4}"/>
          </ac:spMkLst>
        </pc:spChg>
      </pc:sldChg>
      <pc:sldChg chg="modSp mod">
        <pc:chgData name="David CLOUSIER" userId="768240c1-c1f0-4ea5-ba36-477fb0372b02" providerId="ADAL" clId="{CA5A136D-3B77-4157-88EA-9B5DC776E31F}" dt="2025-11-14T12:32:10.166" v="261" actId="20577"/>
        <pc:sldMkLst>
          <pc:docMk/>
          <pc:sldMk cId="3661261013" sldId="273"/>
        </pc:sldMkLst>
        <pc:spChg chg="mod">
          <ac:chgData name="David CLOUSIER" userId="768240c1-c1f0-4ea5-ba36-477fb0372b02" providerId="ADAL" clId="{CA5A136D-3B77-4157-88EA-9B5DC776E31F}" dt="2025-11-14T12:32:10.166" v="261" actId="20577"/>
          <ac:spMkLst>
            <pc:docMk/>
            <pc:sldMk cId="3661261013" sldId="273"/>
            <ac:spMk id="3" creationId="{A0D71BD5-8F35-5E04-ED5C-9CCA868C1067}"/>
          </ac:spMkLst>
        </pc:spChg>
      </pc:sldChg>
      <pc:sldChg chg="del">
        <pc:chgData name="David CLOUSIER" userId="768240c1-c1f0-4ea5-ba36-477fb0372b02" providerId="ADAL" clId="{CA5A136D-3B77-4157-88EA-9B5DC776E31F}" dt="2025-11-14T12:23:33.243" v="52" actId="2696"/>
        <pc:sldMkLst>
          <pc:docMk/>
          <pc:sldMk cId="364705490" sldId="275"/>
        </pc:sldMkLst>
      </pc:sldChg>
      <pc:sldChg chg="addSp modSp new mod">
        <pc:chgData name="David CLOUSIER" userId="768240c1-c1f0-4ea5-ba36-477fb0372b02" providerId="ADAL" clId="{CA5A136D-3B77-4157-88EA-9B5DC776E31F}" dt="2025-11-14T12:39:02.398" v="509" actId="20577"/>
        <pc:sldMkLst>
          <pc:docMk/>
          <pc:sldMk cId="1165766241" sldId="275"/>
        </pc:sldMkLst>
        <pc:spChg chg="add mod">
          <ac:chgData name="David CLOUSIER" userId="768240c1-c1f0-4ea5-ba36-477fb0372b02" providerId="ADAL" clId="{CA5A136D-3B77-4157-88EA-9B5DC776E31F}" dt="2025-11-14T12:37:15.723" v="392" actId="1076"/>
          <ac:spMkLst>
            <pc:docMk/>
            <pc:sldMk cId="1165766241" sldId="275"/>
            <ac:spMk id="3" creationId="{46A6F563-9CD7-0606-E47E-DCEE73C86966}"/>
          </ac:spMkLst>
        </pc:spChg>
        <pc:spChg chg="add mod">
          <ac:chgData name="David CLOUSIER" userId="768240c1-c1f0-4ea5-ba36-477fb0372b02" providerId="ADAL" clId="{CA5A136D-3B77-4157-88EA-9B5DC776E31F}" dt="2025-11-14T12:37:43.677" v="400" actId="255"/>
          <ac:spMkLst>
            <pc:docMk/>
            <pc:sldMk cId="1165766241" sldId="275"/>
            <ac:spMk id="6" creationId="{EED7A297-481F-C038-7E7F-60DA7758CC41}"/>
          </ac:spMkLst>
        </pc:spChg>
        <pc:spChg chg="add mod">
          <ac:chgData name="David CLOUSIER" userId="768240c1-c1f0-4ea5-ba36-477fb0372b02" providerId="ADAL" clId="{CA5A136D-3B77-4157-88EA-9B5DC776E31F}" dt="2025-11-14T12:38:32.326" v="426" actId="12"/>
          <ac:spMkLst>
            <pc:docMk/>
            <pc:sldMk cId="1165766241" sldId="275"/>
            <ac:spMk id="8" creationId="{84AA6083-BE9E-27C9-A0AC-2EB0544765C7}"/>
          </ac:spMkLst>
        </pc:spChg>
        <pc:spChg chg="add mod">
          <ac:chgData name="David CLOUSIER" userId="768240c1-c1f0-4ea5-ba36-477fb0372b02" providerId="ADAL" clId="{CA5A136D-3B77-4157-88EA-9B5DC776E31F}" dt="2025-11-14T12:39:02.398" v="509" actId="20577"/>
          <ac:spMkLst>
            <pc:docMk/>
            <pc:sldMk cId="1165766241" sldId="275"/>
            <ac:spMk id="9" creationId="{53641335-D01B-0C21-4F2B-800FE29056F0}"/>
          </ac:spMkLst>
        </pc:spChg>
        <pc:grpChg chg="add mod">
          <ac:chgData name="David CLOUSIER" userId="768240c1-c1f0-4ea5-ba36-477fb0372b02" providerId="ADAL" clId="{CA5A136D-3B77-4157-88EA-9B5DC776E31F}" dt="2025-11-14T12:37:44.474" v="401" actId="1076"/>
          <ac:grpSpMkLst>
            <pc:docMk/>
            <pc:sldMk cId="1165766241" sldId="275"/>
            <ac:grpSpMk id="4" creationId="{13F15E3A-37E8-743B-AA1B-76300541C787}"/>
          </ac:grpSpMkLst>
        </pc:grpChg>
        <pc:grpChg chg="add mod">
          <ac:chgData name="David CLOUSIER" userId="768240c1-c1f0-4ea5-ba36-477fb0372b02" providerId="ADAL" clId="{CA5A136D-3B77-4157-88EA-9B5DC776E31F}" dt="2025-11-14T12:37:50.284" v="402" actId="1076"/>
          <ac:grpSpMkLst>
            <pc:docMk/>
            <pc:sldMk cId="1165766241" sldId="275"/>
            <ac:grpSpMk id="7" creationId="{C3463924-2BC4-26E8-B8B4-39517B2713B8}"/>
          </ac:grpSpMkLst>
        </pc:grpChg>
        <pc:picChg chg="add mod">
          <ac:chgData name="David CLOUSIER" userId="768240c1-c1f0-4ea5-ba36-477fb0372b02" providerId="ADAL" clId="{CA5A136D-3B77-4157-88EA-9B5DC776E31F}" dt="2025-11-14T12:36:42.737" v="377" actId="164"/>
          <ac:picMkLst>
            <pc:docMk/>
            <pc:sldMk cId="1165766241" sldId="275"/>
            <ac:picMk id="2" creationId="{D81D1CC2-7577-6177-EBB8-5163B12B4CE7}"/>
          </ac:picMkLst>
        </pc:picChg>
        <pc:picChg chg="add mod">
          <ac:chgData name="David CLOUSIER" userId="768240c1-c1f0-4ea5-ba36-477fb0372b02" providerId="ADAL" clId="{CA5A136D-3B77-4157-88EA-9B5DC776E31F}" dt="2025-11-14T12:37:24.650" v="394" actId="164"/>
          <ac:picMkLst>
            <pc:docMk/>
            <pc:sldMk cId="1165766241" sldId="275"/>
            <ac:picMk id="5" creationId="{6D752E7E-81A7-F0C1-127B-FE5694BA4D08}"/>
          </ac:picMkLst>
        </pc:picChg>
      </pc:sldChg>
      <pc:sldChg chg="addSp delSp modSp new mod ord">
        <pc:chgData name="David CLOUSIER" userId="768240c1-c1f0-4ea5-ba36-477fb0372b02" providerId="ADAL" clId="{CA5A136D-3B77-4157-88EA-9B5DC776E31F}" dt="2025-11-14T12:41:56.451" v="616" actId="1076"/>
        <pc:sldMkLst>
          <pc:docMk/>
          <pc:sldMk cId="1142133561" sldId="276"/>
        </pc:sldMkLst>
        <pc:spChg chg="add mod">
          <ac:chgData name="David CLOUSIER" userId="768240c1-c1f0-4ea5-ba36-477fb0372b02" providerId="ADAL" clId="{CA5A136D-3B77-4157-88EA-9B5DC776E31F}" dt="2025-11-14T12:40:00.399" v="519" actId="255"/>
          <ac:spMkLst>
            <pc:docMk/>
            <pc:sldMk cId="1142133561" sldId="276"/>
            <ac:spMk id="3" creationId="{14AAC288-C695-333D-DC55-1830CCD9F11C}"/>
          </ac:spMkLst>
        </pc:spChg>
        <pc:spChg chg="add mod">
          <ac:chgData name="David CLOUSIER" userId="768240c1-c1f0-4ea5-ba36-477fb0372b02" providerId="ADAL" clId="{CA5A136D-3B77-4157-88EA-9B5DC776E31F}" dt="2025-11-14T12:40:22.732" v="524" actId="1076"/>
          <ac:spMkLst>
            <pc:docMk/>
            <pc:sldMk cId="1142133561" sldId="276"/>
            <ac:spMk id="5" creationId="{DF55796F-071D-62EA-5763-CB767C50ABEB}"/>
          </ac:spMkLst>
        </pc:spChg>
        <pc:spChg chg="add mod">
          <ac:chgData name="David CLOUSIER" userId="768240c1-c1f0-4ea5-ba36-477fb0372b02" providerId="ADAL" clId="{CA5A136D-3B77-4157-88EA-9B5DC776E31F}" dt="2025-11-14T12:41:56.451" v="616" actId="1076"/>
          <ac:spMkLst>
            <pc:docMk/>
            <pc:sldMk cId="1142133561" sldId="276"/>
            <ac:spMk id="7" creationId="{E0AFE446-49B2-DC0C-D125-3743F1402677}"/>
          </ac:spMkLst>
        </pc:spChg>
        <pc:spChg chg="add del mod">
          <ac:chgData name="David CLOUSIER" userId="768240c1-c1f0-4ea5-ba36-477fb0372b02" providerId="ADAL" clId="{CA5A136D-3B77-4157-88EA-9B5DC776E31F}" dt="2025-11-14T12:41:01.377" v="589" actId="478"/>
          <ac:spMkLst>
            <pc:docMk/>
            <pc:sldMk cId="1142133561" sldId="276"/>
            <ac:spMk id="8" creationId="{4E51151C-C519-6690-0C48-587C21F6E6C7}"/>
          </ac:spMkLst>
        </pc:spChg>
        <pc:grpChg chg="add mod">
          <ac:chgData name="David CLOUSIER" userId="768240c1-c1f0-4ea5-ba36-477fb0372b02" providerId="ADAL" clId="{CA5A136D-3B77-4157-88EA-9B5DC776E31F}" dt="2025-11-14T12:40:15.058" v="522" actId="1076"/>
          <ac:grpSpMkLst>
            <pc:docMk/>
            <pc:sldMk cId="1142133561" sldId="276"/>
            <ac:grpSpMk id="6" creationId="{9F4B721B-1728-BC2A-167D-22CE1096E843}"/>
          </ac:grpSpMkLst>
        </pc:grpChg>
        <pc:picChg chg="add mod">
          <ac:chgData name="David CLOUSIER" userId="768240c1-c1f0-4ea5-ba36-477fb0372b02" providerId="ADAL" clId="{CA5A136D-3B77-4157-88EA-9B5DC776E31F}" dt="2025-11-14T12:40:02.676" v="520" actId="1076"/>
          <ac:picMkLst>
            <pc:docMk/>
            <pc:sldMk cId="1142133561" sldId="276"/>
            <ac:picMk id="2" creationId="{04D5BB29-0570-0E8B-EF7A-BEF7E3527FC8}"/>
          </ac:picMkLst>
        </pc:picChg>
        <pc:picChg chg="add mod">
          <ac:chgData name="David CLOUSIER" userId="768240c1-c1f0-4ea5-ba36-477fb0372b02" providerId="ADAL" clId="{CA5A136D-3B77-4157-88EA-9B5DC776E31F}" dt="2025-11-14T12:39:53.148" v="517" actId="164"/>
          <ac:picMkLst>
            <pc:docMk/>
            <pc:sldMk cId="1142133561" sldId="276"/>
            <ac:picMk id="4" creationId="{E4C3CB1A-D15E-4635-FB14-F9EC124CEE01}"/>
          </ac:picMkLst>
        </pc:picChg>
      </pc:sldChg>
      <pc:sldChg chg="addSp modSp add mod">
        <pc:chgData name="David CLOUSIER" userId="768240c1-c1f0-4ea5-ba36-477fb0372b02" providerId="ADAL" clId="{CA5A136D-3B77-4157-88EA-9B5DC776E31F}" dt="2025-11-14T12:44:00.558" v="684" actId="1076"/>
        <pc:sldMkLst>
          <pc:docMk/>
          <pc:sldMk cId="2923220084" sldId="277"/>
        </pc:sldMkLst>
        <pc:spChg chg="add mod">
          <ac:chgData name="David CLOUSIER" userId="768240c1-c1f0-4ea5-ba36-477fb0372b02" providerId="ADAL" clId="{CA5A136D-3B77-4157-88EA-9B5DC776E31F}" dt="2025-11-14T12:44:00.558" v="684" actId="1076"/>
          <ac:spMkLst>
            <pc:docMk/>
            <pc:sldMk cId="2923220084" sldId="277"/>
            <ac:spMk id="2" creationId="{767D7EFB-B85F-5FFC-8553-76B5D315181D}"/>
          </ac:spMkLst>
        </pc:spChg>
        <pc:spChg chg="mod">
          <ac:chgData name="David CLOUSIER" userId="768240c1-c1f0-4ea5-ba36-477fb0372b02" providerId="ADAL" clId="{CA5A136D-3B77-4157-88EA-9B5DC776E31F}" dt="2025-11-14T12:43:26.240" v="642" actId="20577"/>
          <ac:spMkLst>
            <pc:docMk/>
            <pc:sldMk cId="2923220084" sldId="277"/>
            <ac:spMk id="57" creationId="{71B824E1-CABF-89EF-7DE7-765259962A5E}"/>
          </ac:spMkLst>
        </pc:spChg>
      </pc:sldChg>
      <pc:sldChg chg="addSp delSp modSp new mod">
        <pc:chgData name="David CLOUSIER" userId="768240c1-c1f0-4ea5-ba36-477fb0372b02" providerId="ADAL" clId="{CA5A136D-3B77-4157-88EA-9B5DC776E31F}" dt="2025-11-14T12:53:28.089" v="883" actId="207"/>
        <pc:sldMkLst>
          <pc:docMk/>
          <pc:sldMk cId="3490303408" sldId="278"/>
        </pc:sldMkLst>
        <pc:spChg chg="add mod">
          <ac:chgData name="David CLOUSIER" userId="768240c1-c1f0-4ea5-ba36-477fb0372b02" providerId="ADAL" clId="{CA5A136D-3B77-4157-88EA-9B5DC776E31F}" dt="2025-11-14T12:45:21.962" v="840" actId="1076"/>
          <ac:spMkLst>
            <pc:docMk/>
            <pc:sldMk cId="3490303408" sldId="278"/>
            <ac:spMk id="2" creationId="{CC341507-E763-1D43-59F5-1DFF5C92A6DF}"/>
          </ac:spMkLst>
        </pc:spChg>
        <pc:spChg chg="add del mod">
          <ac:chgData name="David CLOUSIER" userId="768240c1-c1f0-4ea5-ba36-477fb0372b02" providerId="ADAL" clId="{CA5A136D-3B77-4157-88EA-9B5DC776E31F}" dt="2025-11-14T12:50:09.036" v="853" actId="21"/>
          <ac:spMkLst>
            <pc:docMk/>
            <pc:sldMk cId="3490303408" sldId="278"/>
            <ac:spMk id="3" creationId="{1D14D4DB-2AA1-AEB7-9E48-4D06D0C47B56}"/>
          </ac:spMkLst>
        </pc:spChg>
        <pc:spChg chg="add del mod">
          <ac:chgData name="David CLOUSIER" userId="768240c1-c1f0-4ea5-ba36-477fb0372b02" providerId="ADAL" clId="{CA5A136D-3B77-4157-88EA-9B5DC776E31F}" dt="2025-11-14T12:50:09.036" v="853" actId="21"/>
          <ac:spMkLst>
            <pc:docMk/>
            <pc:sldMk cId="3490303408" sldId="278"/>
            <ac:spMk id="4" creationId="{544C09A7-1081-863E-FF0C-BC1B2DB6A345}"/>
          </ac:spMkLst>
        </pc:spChg>
        <pc:spChg chg="add del mod">
          <ac:chgData name="David CLOUSIER" userId="768240c1-c1f0-4ea5-ba36-477fb0372b02" providerId="ADAL" clId="{CA5A136D-3B77-4157-88EA-9B5DC776E31F}" dt="2025-11-14T12:49:21.117" v="846"/>
          <ac:spMkLst>
            <pc:docMk/>
            <pc:sldMk cId="3490303408" sldId="278"/>
            <ac:spMk id="6" creationId="{F2157B08-3D89-021F-E91B-8D6E92E1951B}"/>
          </ac:spMkLst>
        </pc:spChg>
        <pc:spChg chg="add del mod">
          <ac:chgData name="David CLOUSIER" userId="768240c1-c1f0-4ea5-ba36-477fb0372b02" providerId="ADAL" clId="{CA5A136D-3B77-4157-88EA-9B5DC776E31F}" dt="2025-11-14T12:52:41.006" v="873" actId="478"/>
          <ac:spMkLst>
            <pc:docMk/>
            <pc:sldMk cId="3490303408" sldId="278"/>
            <ac:spMk id="7" creationId="{BFBBA31B-1C45-8FE9-3FB2-AFF355009FD0}"/>
          </ac:spMkLst>
        </pc:spChg>
        <pc:spChg chg="add mod">
          <ac:chgData name="David CLOUSIER" userId="768240c1-c1f0-4ea5-ba36-477fb0372b02" providerId="ADAL" clId="{CA5A136D-3B77-4157-88EA-9B5DC776E31F}" dt="2025-11-14T12:53:28.089" v="883" actId="207"/>
          <ac:spMkLst>
            <pc:docMk/>
            <pc:sldMk cId="3490303408" sldId="278"/>
            <ac:spMk id="9" creationId="{5BA1A3BC-958B-FAAD-A302-A691113B315F}"/>
          </ac:spMkLst>
        </pc:spChg>
        <pc:graphicFrameChg chg="add mod">
          <ac:chgData name="David CLOUSIER" userId="768240c1-c1f0-4ea5-ba36-477fb0372b02" providerId="ADAL" clId="{CA5A136D-3B77-4157-88EA-9B5DC776E31F}" dt="2025-11-14T12:52:45.137" v="874" actId="1076"/>
          <ac:graphicFrameMkLst>
            <pc:docMk/>
            <pc:sldMk cId="3490303408" sldId="278"/>
            <ac:graphicFrameMk id="5" creationId="{3A4D0051-A094-A579-DA84-F4319B7EADC6}"/>
          </ac:graphicFrameMkLst>
        </pc:graphicFrameChg>
      </pc:sldChg>
      <pc:sldChg chg="modSp add mod ord">
        <pc:chgData name="David CLOUSIER" userId="768240c1-c1f0-4ea5-ba36-477fb0372b02" providerId="ADAL" clId="{CA5A136D-3B77-4157-88EA-9B5DC776E31F}" dt="2025-11-14T12:51:51.620" v="863"/>
        <pc:sldMkLst>
          <pc:docMk/>
          <pc:sldMk cId="3752830174" sldId="279"/>
        </pc:sldMkLst>
        <pc:spChg chg="mod">
          <ac:chgData name="David CLOUSIER" userId="768240c1-c1f0-4ea5-ba36-477fb0372b02" providerId="ADAL" clId="{CA5A136D-3B77-4157-88EA-9B5DC776E31F}" dt="2025-11-14T12:45:13.942" v="839" actId="20577"/>
          <ac:spMkLst>
            <pc:docMk/>
            <pc:sldMk cId="3752830174" sldId="279"/>
            <ac:spMk id="57" creationId="{E704C30C-E49B-BAC5-299B-9DABFCECAC01}"/>
          </ac:spMkLst>
        </pc:spChg>
      </pc:sldChg>
      <pc:sldChg chg="addSp delSp modSp new mod">
        <pc:chgData name="David CLOUSIER" userId="768240c1-c1f0-4ea5-ba36-477fb0372b02" providerId="ADAL" clId="{CA5A136D-3B77-4157-88EA-9B5DC776E31F}" dt="2025-11-14T12:52:49.503" v="875"/>
        <pc:sldMkLst>
          <pc:docMk/>
          <pc:sldMk cId="585818276" sldId="280"/>
        </pc:sldMkLst>
        <pc:spChg chg="add mod">
          <ac:chgData name="David CLOUSIER" userId="768240c1-c1f0-4ea5-ba36-477fb0372b02" providerId="ADAL" clId="{CA5A136D-3B77-4157-88EA-9B5DC776E31F}" dt="2025-11-14T12:52:04.079" v="866" actId="1076"/>
          <ac:spMkLst>
            <pc:docMk/>
            <pc:sldMk cId="585818276" sldId="280"/>
            <ac:spMk id="3" creationId="{1D14D4DB-2AA1-AEB7-9E48-4D06D0C47B56}"/>
          </ac:spMkLst>
        </pc:spChg>
        <pc:spChg chg="add del mod">
          <ac:chgData name="David CLOUSIER" userId="768240c1-c1f0-4ea5-ba36-477fb0372b02" providerId="ADAL" clId="{CA5A136D-3B77-4157-88EA-9B5DC776E31F}" dt="2025-11-14T12:51:53.827" v="864" actId="21"/>
          <ac:spMkLst>
            <pc:docMk/>
            <pc:sldMk cId="585818276" sldId="280"/>
            <ac:spMk id="4" creationId="{544C09A7-1081-863E-FF0C-BC1B2DB6A345}"/>
          </ac:spMkLst>
        </pc:spChg>
        <pc:spChg chg="add mod">
          <ac:chgData name="David CLOUSIER" userId="768240c1-c1f0-4ea5-ba36-477fb0372b02" providerId="ADAL" clId="{CA5A136D-3B77-4157-88EA-9B5DC776E31F}" dt="2025-11-14T12:52:30.399" v="872" actId="207"/>
          <ac:spMkLst>
            <pc:docMk/>
            <pc:sldMk cId="585818276" sldId="280"/>
            <ac:spMk id="5" creationId="{F2CCABB2-2850-E9C0-B3FA-64967D385EDD}"/>
          </ac:spMkLst>
        </pc:spChg>
        <pc:graphicFrameChg chg="add mod">
          <ac:chgData name="David CLOUSIER" userId="768240c1-c1f0-4ea5-ba36-477fb0372b02" providerId="ADAL" clId="{CA5A136D-3B77-4157-88EA-9B5DC776E31F}" dt="2025-11-14T12:52:49.503" v="875"/>
          <ac:graphicFrameMkLst>
            <pc:docMk/>
            <pc:sldMk cId="585818276" sldId="280"/>
            <ac:graphicFrameMk id="6" creationId="{CDF88A83-BD69-D5F3-D69A-E9E82A961EF0}"/>
          </ac:graphicFrameMkLst>
        </pc:graphicFrameChg>
      </pc:sldChg>
      <pc:sldChg chg="addSp modSp new mod">
        <pc:chgData name="David CLOUSIER" userId="768240c1-c1f0-4ea5-ba36-477fb0372b02" providerId="ADAL" clId="{CA5A136D-3B77-4157-88EA-9B5DC776E31F}" dt="2025-11-14T12:56:21.152" v="907" actId="1076"/>
        <pc:sldMkLst>
          <pc:docMk/>
          <pc:sldMk cId="2097520306" sldId="281"/>
        </pc:sldMkLst>
        <pc:spChg chg="add mod">
          <ac:chgData name="David CLOUSIER" userId="768240c1-c1f0-4ea5-ba36-477fb0372b02" providerId="ADAL" clId="{CA5A136D-3B77-4157-88EA-9B5DC776E31F}" dt="2025-11-14T12:56:21.152" v="907" actId="1076"/>
          <ac:spMkLst>
            <pc:docMk/>
            <pc:sldMk cId="2097520306" sldId="281"/>
            <ac:spMk id="4" creationId="{544C09A7-1081-863E-FF0C-BC1B2DB6A345}"/>
          </ac:spMkLst>
        </pc:spChg>
        <pc:spChg chg="add mod">
          <ac:chgData name="David CLOUSIER" userId="768240c1-c1f0-4ea5-ba36-477fb0372b02" providerId="ADAL" clId="{CA5A136D-3B77-4157-88EA-9B5DC776E31F}" dt="2025-11-14T12:56:11.512" v="905" actId="1076"/>
          <ac:spMkLst>
            <pc:docMk/>
            <pc:sldMk cId="2097520306" sldId="281"/>
            <ac:spMk id="5" creationId="{760C16DD-3192-2DAB-39DD-6181D298BD92}"/>
          </ac:spMkLst>
        </pc:spChg>
        <pc:graphicFrameChg chg="add mod">
          <ac:chgData name="David CLOUSIER" userId="768240c1-c1f0-4ea5-ba36-477fb0372b02" providerId="ADAL" clId="{CA5A136D-3B77-4157-88EA-9B5DC776E31F}" dt="2025-11-14T12:55:05.316" v="886"/>
          <ac:graphicFrameMkLst>
            <pc:docMk/>
            <pc:sldMk cId="2097520306" sldId="281"/>
            <ac:graphicFrameMk id="2" creationId="{4FE53039-E081-71F4-F2AC-2ECEFD8F8246}"/>
          </ac:graphicFrameMkLst>
        </pc:graphicFrameChg>
      </pc:sldChg>
      <pc:sldChg chg="addSp delSp modSp add mod">
        <pc:chgData name="David CLOUSIER" userId="768240c1-c1f0-4ea5-ba36-477fb0372b02" providerId="ADAL" clId="{CA5A136D-3B77-4157-88EA-9B5DC776E31F}" dt="2025-11-14T12:57:40.359" v="931" actId="1076"/>
        <pc:sldMkLst>
          <pc:docMk/>
          <pc:sldMk cId="1770003615" sldId="282"/>
        </pc:sldMkLst>
        <pc:spChg chg="add mod">
          <ac:chgData name="David CLOUSIER" userId="768240c1-c1f0-4ea5-ba36-477fb0372b02" providerId="ADAL" clId="{CA5A136D-3B77-4157-88EA-9B5DC776E31F}" dt="2025-11-14T12:56:30.059" v="909"/>
          <ac:spMkLst>
            <pc:docMk/>
            <pc:sldMk cId="1770003615" sldId="282"/>
            <ac:spMk id="3" creationId="{3073C70F-957B-E246-3D20-853982770D96}"/>
          </ac:spMkLst>
        </pc:spChg>
        <pc:spChg chg="del">
          <ac:chgData name="David CLOUSIER" userId="768240c1-c1f0-4ea5-ba36-477fb0372b02" providerId="ADAL" clId="{CA5A136D-3B77-4157-88EA-9B5DC776E31F}" dt="2025-11-14T12:56:29.840" v="908" actId="478"/>
          <ac:spMkLst>
            <pc:docMk/>
            <pc:sldMk cId="1770003615" sldId="282"/>
            <ac:spMk id="4" creationId="{F11662B8-613E-8CB0-232D-CF212CED0989}"/>
          </ac:spMkLst>
        </pc:spChg>
        <pc:spChg chg="add mod">
          <ac:chgData name="David CLOUSIER" userId="768240c1-c1f0-4ea5-ba36-477fb0372b02" providerId="ADAL" clId="{CA5A136D-3B77-4157-88EA-9B5DC776E31F}" dt="2025-11-14T12:57:40.359" v="931" actId="1076"/>
          <ac:spMkLst>
            <pc:docMk/>
            <pc:sldMk cId="1770003615" sldId="282"/>
            <ac:spMk id="6" creationId="{3FC95DF0-5060-7EF6-7C70-965DBA85628E}"/>
          </ac:spMkLst>
        </pc:spChg>
        <pc:graphicFrameChg chg="add mod">
          <ac:chgData name="David CLOUSIER" userId="768240c1-c1f0-4ea5-ba36-477fb0372b02" providerId="ADAL" clId="{CA5A136D-3B77-4157-88EA-9B5DC776E31F}" dt="2025-11-14T12:55:05.960" v="887"/>
          <ac:graphicFrameMkLst>
            <pc:docMk/>
            <pc:sldMk cId="1770003615" sldId="282"/>
            <ac:graphicFrameMk id="2" creationId="{7B219595-0077-AC2B-C04D-0A818FD619AB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Mappe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Mappe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Tabelle2!$D$22</c:f>
              <c:strCache>
                <c:ptCount val="1"/>
                <c:pt idx="0">
                  <c:v>water tox/m3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622-4107-AACD-5F76FD6B49BB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622-4107-AACD-5F76FD6B49BB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622-4107-AACD-5F76FD6B49BB}"/>
              </c:ext>
            </c:extLst>
          </c:dPt>
          <c:cat>
            <c:numRef>
              <c:f>Tabelle2!$B$23:$B$27</c:f>
              <c:numCache>
                <c:formatCode>General</c:formatCode>
                <c:ptCount val="5"/>
                <c:pt idx="0">
                  <c:v>2020</c:v>
                </c:pt>
                <c:pt idx="1">
                  <c:v>2035</c:v>
                </c:pt>
                <c:pt idx="2">
                  <c:v>2035</c:v>
                </c:pt>
                <c:pt idx="3">
                  <c:v>2045</c:v>
                </c:pt>
                <c:pt idx="4">
                  <c:v>2045</c:v>
                </c:pt>
              </c:numCache>
            </c:numRef>
          </c:cat>
          <c:val>
            <c:numRef>
              <c:f>Tabelle2!$D$23:$D$27</c:f>
              <c:numCache>
                <c:formatCode>General</c:formatCode>
                <c:ptCount val="5"/>
                <c:pt idx="0">
                  <c:v>231.513651673711</c:v>
                </c:pt>
                <c:pt idx="1">
                  <c:v>872.80354834780496</c:v>
                </c:pt>
                <c:pt idx="2">
                  <c:v>513.99112606020105</c:v>
                </c:pt>
                <c:pt idx="3">
                  <c:v>1974.79180929114</c:v>
                </c:pt>
                <c:pt idx="4">
                  <c:v>893.88337369446594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622-4107-AACD-5F76FD6B49B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05710376"/>
        <c:axId val="305704472"/>
      </c:barChart>
      <c:catAx>
        <c:axId val="305710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04472"/>
        <c:crosses val="autoZero"/>
        <c:auto val="1"/>
        <c:lblAlgn val="ctr"/>
        <c:lblOffset val="100"/>
        <c:noMultiLvlLbl val="0"/>
      </c:catAx>
      <c:valAx>
        <c:axId val="305704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1037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gwp/m3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Tabelle2!$D$22</c:f>
              <c:strCache>
                <c:ptCount val="1"/>
                <c:pt idx="0">
                  <c:v>water tox/m3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25F-4303-B67B-7C55C9AC15D0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25F-4303-B67B-7C55C9AC15D0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A25F-4303-B67B-7C55C9AC15D0}"/>
              </c:ext>
            </c:extLst>
          </c:dPt>
          <c:cat>
            <c:numRef>
              <c:f>Tabelle2!$B$30:$B$34</c:f>
              <c:numCache>
                <c:formatCode>General</c:formatCode>
                <c:ptCount val="5"/>
                <c:pt idx="0">
                  <c:v>2020</c:v>
                </c:pt>
                <c:pt idx="1">
                  <c:v>2035</c:v>
                </c:pt>
                <c:pt idx="2">
                  <c:v>2035</c:v>
                </c:pt>
                <c:pt idx="3">
                  <c:v>2045</c:v>
                </c:pt>
                <c:pt idx="4">
                  <c:v>2045</c:v>
                </c:pt>
              </c:numCache>
            </c:numRef>
          </c:cat>
          <c:val>
            <c:numRef>
              <c:f>Tabelle2!$D$30:$D$34</c:f>
              <c:numCache>
                <c:formatCode>General</c:formatCode>
                <c:ptCount val="5"/>
                <c:pt idx="0">
                  <c:v>7.7231535960817096E-2</c:v>
                </c:pt>
                <c:pt idx="1">
                  <c:v>7.83341973326383E-2</c:v>
                </c:pt>
                <c:pt idx="2">
                  <c:v>4.6627662397980801E-2</c:v>
                </c:pt>
                <c:pt idx="3">
                  <c:v>8.67038261819819E-2</c:v>
                </c:pt>
                <c:pt idx="4">
                  <c:v>3.5538327483524597E-2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25F-4303-B67B-7C55C9AC15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05710376"/>
        <c:axId val="305704472"/>
      </c:barChart>
      <c:catAx>
        <c:axId val="305710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04472"/>
        <c:crosses val="autoZero"/>
        <c:auto val="1"/>
        <c:lblAlgn val="ctr"/>
        <c:lblOffset val="100"/>
        <c:noMultiLvlLbl val="0"/>
      </c:catAx>
      <c:valAx>
        <c:axId val="305704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1037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‹Nr.›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FDED5EF8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0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10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10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4.vml"/><Relationship Id="rId4" Type="http://schemas.openxmlformats.org/officeDocument/2006/relationships/image" Target="../media/image10.em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9104-8F50-AD31-7040-C0642360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639218C-EBAF-CC47-1764-23684767112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1</a:t>
            </a:r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. Objectives</a:t>
            </a:r>
          </a:p>
        </p:txBody>
      </p:sp>
    </p:spTree>
    <p:extLst>
      <p:ext uri="{BB962C8B-B14F-4D97-AF65-F5344CB8AC3E}">
        <p14:creationId xmlns:p14="http://schemas.microsoft.com/office/powerpoint/2010/main" val="889888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034B6-DFB3-F68D-A875-2AEDD946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83071B1-5509-61DC-75B5-DD117BA6617F}"/>
              </a:ext>
            </a:extLst>
          </p:cNvPr>
          <p:cNvSpPr txBox="1"/>
          <p:nvPr/>
        </p:nvSpPr>
        <p:spPr>
          <a:xfrm>
            <a:off x="557560" y="1271239"/>
            <a:ext cx="2037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Objectives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71BD5-8F35-5E04-ED5C-9CCA868C1067}"/>
              </a:ext>
            </a:extLst>
          </p:cNvPr>
          <p:cNvSpPr txBox="1"/>
          <p:nvPr/>
        </p:nvSpPr>
        <p:spPr>
          <a:xfrm>
            <a:off x="676275" y="2137359"/>
            <a:ext cx="1083945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itchFamily="2" charset="2"/>
              <a:buChar char="ü"/>
            </a:pPr>
            <a:r>
              <a:rPr lang="en-IE" sz="2800" dirty="0">
                <a:latin typeface="+mj-lt"/>
              </a:rPr>
              <a:t>Assess the future environmental impact of different wastewater treatment technologies in Germany by integrating MFA and prospective LCA approaches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en-IE" sz="2800" dirty="0">
                <a:latin typeface="+mj-lt"/>
              </a:rPr>
              <a:t>Model the impact of Chemical of Emerging Concern (CEC) in the same context</a:t>
            </a:r>
          </a:p>
        </p:txBody>
      </p:sp>
    </p:spTree>
    <p:extLst>
      <p:ext uri="{BB962C8B-B14F-4D97-AF65-F5344CB8AC3E}">
        <p14:creationId xmlns:p14="http://schemas.microsoft.com/office/powerpoint/2010/main" val="366126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6F18-243F-FAF9-A959-6F57DA5F3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C0AF63F7-D63E-5971-F8F1-A5D806DAD0B8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2. Methodology</a:t>
            </a:r>
          </a:p>
        </p:txBody>
      </p:sp>
    </p:spTree>
    <p:extLst>
      <p:ext uri="{BB962C8B-B14F-4D97-AF65-F5344CB8AC3E}">
        <p14:creationId xmlns:p14="http://schemas.microsoft.com/office/powerpoint/2010/main" val="11877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481360" y="974906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373125"/>
              </p:ext>
            </p:extLst>
          </p:nvPr>
        </p:nvGraphicFramePr>
        <p:xfrm>
          <a:off x="711200" y="1565529"/>
          <a:ext cx="10591800" cy="476326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591733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480734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6519333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High environmental policy (SSP2_PkBudg650)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 Low environmental </a:t>
                      </a:r>
                      <a:r>
                        <a:rPr lang="en-US" sz="2000" kern="100" dirty="0">
                          <a:effectLst/>
                          <a:latin typeface="+mj-lt"/>
                        </a:rPr>
                        <a:t>policy (SSP2_NPi)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Time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 | 2035 | 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Water 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Advanced oxidizing process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Ozonation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8715-AA0A-0A63-9095-9119D0396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496">
            <a:extLst>
              <a:ext uri="{FF2B5EF4-FFF2-40B4-BE49-F238E27FC236}">
                <a16:creationId xmlns:a16="http://schemas.microsoft.com/office/drawing/2014/main" id="{C924DA2A-9663-EEB1-D687-EF742E9C13E4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5" name="Rectangle : coins arrondis 417">
              <a:extLst>
                <a:ext uri="{FF2B5EF4-FFF2-40B4-BE49-F238E27FC236}">
                  <a16:creationId xmlns:a16="http://schemas.microsoft.com/office/drawing/2014/main" id="{2483DEAE-A690-C4C7-2730-AE7763380810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E6C4E0-A58E-185C-1C35-687C0C3028C9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7" name="Rectangle : coins arrondis 99">
              <a:extLst>
                <a:ext uri="{FF2B5EF4-FFF2-40B4-BE49-F238E27FC236}">
                  <a16:creationId xmlns:a16="http://schemas.microsoft.com/office/drawing/2014/main" id="{FEAB16AA-E8F2-78AE-4A1A-233BDEF51A95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8" name="Rectangle : coins arrondis 4">
              <a:extLst>
                <a:ext uri="{FF2B5EF4-FFF2-40B4-BE49-F238E27FC236}">
                  <a16:creationId xmlns:a16="http://schemas.microsoft.com/office/drawing/2014/main" id="{141942D1-A1AD-C557-7C2C-4629F0EB12CF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9" name="Rectangle : coins arrondis 5">
              <a:extLst>
                <a:ext uri="{FF2B5EF4-FFF2-40B4-BE49-F238E27FC236}">
                  <a16:creationId xmlns:a16="http://schemas.microsoft.com/office/drawing/2014/main" id="{7B83C991-DC6C-4AE2-A838-E8D4552D0B9D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10" name="Rectangle : coins arrondis 6">
              <a:extLst>
                <a:ext uri="{FF2B5EF4-FFF2-40B4-BE49-F238E27FC236}">
                  <a16:creationId xmlns:a16="http://schemas.microsoft.com/office/drawing/2014/main" id="{A9A5D48C-A095-CB90-223A-B1FA221DCED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11" name="Rectangle : coins arrondis 7">
              <a:extLst>
                <a:ext uri="{FF2B5EF4-FFF2-40B4-BE49-F238E27FC236}">
                  <a16:creationId xmlns:a16="http://schemas.microsoft.com/office/drawing/2014/main" id="{88FC9ACC-2502-CE37-12DF-4F91AF689709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12" name="Rectangle : coins arrondis 8">
              <a:extLst>
                <a:ext uri="{FF2B5EF4-FFF2-40B4-BE49-F238E27FC236}">
                  <a16:creationId xmlns:a16="http://schemas.microsoft.com/office/drawing/2014/main" id="{DA6E8BB9-14BA-5D13-FA00-5F0F8F23432E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3" name="Rectangle : coins arrondis 9">
              <a:extLst>
                <a:ext uri="{FF2B5EF4-FFF2-40B4-BE49-F238E27FC236}">
                  <a16:creationId xmlns:a16="http://schemas.microsoft.com/office/drawing/2014/main" id="{520318F6-E3D4-431D-A92E-9C914CBE7A63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14" name="Rectangle : coins arrondis 10">
              <a:extLst>
                <a:ext uri="{FF2B5EF4-FFF2-40B4-BE49-F238E27FC236}">
                  <a16:creationId xmlns:a16="http://schemas.microsoft.com/office/drawing/2014/main" id="{0BAF5A0B-6273-19CD-08C4-4926CB7A9533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15" name="Rectangle : coins arrondis 11">
              <a:extLst>
                <a:ext uri="{FF2B5EF4-FFF2-40B4-BE49-F238E27FC236}">
                  <a16:creationId xmlns:a16="http://schemas.microsoft.com/office/drawing/2014/main" id="{62CE2CCD-E84B-F541-19D1-F2EC350E9E76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16" name="Rectangle : coins arrondis 12">
              <a:extLst>
                <a:ext uri="{FF2B5EF4-FFF2-40B4-BE49-F238E27FC236}">
                  <a16:creationId xmlns:a16="http://schemas.microsoft.com/office/drawing/2014/main" id="{FFF84459-19C3-DC30-C5EF-8BF9B32031DF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17" name="Rectangle : coins arrondis 13">
              <a:extLst>
                <a:ext uri="{FF2B5EF4-FFF2-40B4-BE49-F238E27FC236}">
                  <a16:creationId xmlns:a16="http://schemas.microsoft.com/office/drawing/2014/main" id="{D7102906-59F9-1091-52D9-47A4DF354B09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18" name="Rectangle : coins arrondis 15">
              <a:extLst>
                <a:ext uri="{FF2B5EF4-FFF2-40B4-BE49-F238E27FC236}">
                  <a16:creationId xmlns:a16="http://schemas.microsoft.com/office/drawing/2014/main" id="{05D67F91-0700-52D5-8187-E8DF0EB52A17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Rectangle : coins arrondis 16">
              <a:extLst>
                <a:ext uri="{FF2B5EF4-FFF2-40B4-BE49-F238E27FC236}">
                  <a16:creationId xmlns:a16="http://schemas.microsoft.com/office/drawing/2014/main" id="{0DE8FD28-5F01-6CD8-E980-19C2723E7417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0" name="Losange 17">
              <a:extLst>
                <a:ext uri="{FF2B5EF4-FFF2-40B4-BE49-F238E27FC236}">
                  <a16:creationId xmlns:a16="http://schemas.microsoft.com/office/drawing/2014/main" id="{844B6517-4F5E-4019-A562-6C60A6DDD763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1" name="Losange 18">
              <a:extLst>
                <a:ext uri="{FF2B5EF4-FFF2-40B4-BE49-F238E27FC236}">
                  <a16:creationId xmlns:a16="http://schemas.microsoft.com/office/drawing/2014/main" id="{B41B3E38-5118-4AC4-CAAD-8AEBB32CC110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22" name="Connecteur en arc 22">
              <a:extLst>
                <a:ext uri="{FF2B5EF4-FFF2-40B4-BE49-F238E27FC236}">
                  <a16:creationId xmlns:a16="http://schemas.microsoft.com/office/drawing/2014/main" id="{7C796A15-1BA1-FB61-4C32-B22514B9409F}"/>
                </a:ext>
              </a:extLst>
            </p:cNvPr>
            <p:cNvCxnSpPr>
              <a:cxnSpLocks/>
              <a:stCxn id="16" idx="3"/>
              <a:endCxn id="8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en arc 26">
              <a:extLst>
                <a:ext uri="{FF2B5EF4-FFF2-40B4-BE49-F238E27FC236}">
                  <a16:creationId xmlns:a16="http://schemas.microsoft.com/office/drawing/2014/main" id="{1CECF68B-10A0-314F-6EC1-88D8051599DF}"/>
                </a:ext>
              </a:extLst>
            </p:cNvPr>
            <p:cNvCxnSpPr>
              <a:cxnSpLocks/>
              <a:stCxn id="17" idx="3"/>
              <a:endCxn id="9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en arc 41">
              <a:extLst>
                <a:ext uri="{FF2B5EF4-FFF2-40B4-BE49-F238E27FC236}">
                  <a16:creationId xmlns:a16="http://schemas.microsoft.com/office/drawing/2014/main" id="{69A491FC-5DD0-3A6B-A7A9-BDB411E790A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en arc 49">
              <a:extLst>
                <a:ext uri="{FF2B5EF4-FFF2-40B4-BE49-F238E27FC236}">
                  <a16:creationId xmlns:a16="http://schemas.microsoft.com/office/drawing/2014/main" id="{98C4760E-13A9-4B86-60FC-D9CC38D9A794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en arc 52">
              <a:extLst>
                <a:ext uri="{FF2B5EF4-FFF2-40B4-BE49-F238E27FC236}">
                  <a16:creationId xmlns:a16="http://schemas.microsoft.com/office/drawing/2014/main" id="{7A7F545B-7AF1-FA1E-32FC-8E4D39ED4EB9}"/>
                </a:ext>
              </a:extLst>
            </p:cNvPr>
            <p:cNvCxnSpPr>
              <a:cxnSpLocks/>
              <a:stCxn id="9" idx="3"/>
              <a:endCxn id="14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en arc 55">
              <a:extLst>
                <a:ext uri="{FF2B5EF4-FFF2-40B4-BE49-F238E27FC236}">
                  <a16:creationId xmlns:a16="http://schemas.microsoft.com/office/drawing/2014/main" id="{D0C65572-5916-8532-D295-9DF3AF1321D7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en arc 58">
              <a:extLst>
                <a:ext uri="{FF2B5EF4-FFF2-40B4-BE49-F238E27FC236}">
                  <a16:creationId xmlns:a16="http://schemas.microsoft.com/office/drawing/2014/main" id="{F1DA87E9-352B-9FCF-C576-6665CC4AB595}"/>
                </a:ext>
              </a:extLst>
            </p:cNvPr>
            <p:cNvCxnSpPr>
              <a:cxnSpLocks/>
              <a:stCxn id="9" idx="3"/>
              <a:endCxn id="12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en arc 85">
              <a:extLst>
                <a:ext uri="{FF2B5EF4-FFF2-40B4-BE49-F238E27FC236}">
                  <a16:creationId xmlns:a16="http://schemas.microsoft.com/office/drawing/2014/main" id="{5677FD0E-624C-5C3A-03EF-9DD033F23F7F}"/>
                </a:ext>
              </a:extLst>
            </p:cNvPr>
            <p:cNvCxnSpPr>
              <a:cxnSpLocks/>
              <a:stCxn id="49" idx="3"/>
              <a:endCxn id="18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en arc 89">
              <a:extLst>
                <a:ext uri="{FF2B5EF4-FFF2-40B4-BE49-F238E27FC236}">
                  <a16:creationId xmlns:a16="http://schemas.microsoft.com/office/drawing/2014/main" id="{610904EA-1038-4DD2-8354-BF8C98E8A7D2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 : coins arrondis 93">
              <a:extLst>
                <a:ext uri="{FF2B5EF4-FFF2-40B4-BE49-F238E27FC236}">
                  <a16:creationId xmlns:a16="http://schemas.microsoft.com/office/drawing/2014/main" id="{BA0A541D-2A54-97A2-8C19-CC35DEAF428D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2" name="Rectangle : coins arrondis 98">
              <a:extLst>
                <a:ext uri="{FF2B5EF4-FFF2-40B4-BE49-F238E27FC236}">
                  <a16:creationId xmlns:a16="http://schemas.microsoft.com/office/drawing/2014/main" id="{B4F51D92-1018-5655-AC94-62AD5C71C3BA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33" name="Connecteur en arc 100">
              <a:extLst>
                <a:ext uri="{FF2B5EF4-FFF2-40B4-BE49-F238E27FC236}">
                  <a16:creationId xmlns:a16="http://schemas.microsoft.com/office/drawing/2014/main" id="{64DD9895-3E0C-BE2F-1FD8-FE82452103CB}"/>
                </a:ext>
              </a:extLst>
            </p:cNvPr>
            <p:cNvCxnSpPr>
              <a:cxnSpLocks/>
              <a:stCxn id="49" idx="3"/>
              <a:endCxn id="19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en arc 107">
              <a:extLst>
                <a:ext uri="{FF2B5EF4-FFF2-40B4-BE49-F238E27FC236}">
                  <a16:creationId xmlns:a16="http://schemas.microsoft.com/office/drawing/2014/main" id="{6462E934-2664-6114-721E-910E7CBB6C20}"/>
                </a:ext>
              </a:extLst>
            </p:cNvPr>
            <p:cNvCxnSpPr>
              <a:cxnSpLocks/>
              <a:stCxn id="19" idx="3"/>
              <a:endCxn id="31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en arc 112">
              <a:extLst>
                <a:ext uri="{FF2B5EF4-FFF2-40B4-BE49-F238E27FC236}">
                  <a16:creationId xmlns:a16="http://schemas.microsoft.com/office/drawing/2014/main" id="{A8763BA3-CF85-11E9-9180-6D8356AB9ADD}"/>
                </a:ext>
              </a:extLst>
            </p:cNvPr>
            <p:cNvCxnSpPr>
              <a:cxnSpLocks/>
              <a:stCxn id="12" idx="3"/>
              <a:endCxn id="20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en arc 119">
              <a:extLst>
                <a:ext uri="{FF2B5EF4-FFF2-40B4-BE49-F238E27FC236}">
                  <a16:creationId xmlns:a16="http://schemas.microsoft.com/office/drawing/2014/main" id="{A540AFE2-2FC2-32FD-DAB0-1B771C8310EF}"/>
                </a:ext>
              </a:extLst>
            </p:cNvPr>
            <p:cNvCxnSpPr>
              <a:cxnSpLocks/>
              <a:stCxn id="13" idx="3"/>
              <a:endCxn id="20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en arc 122">
              <a:extLst>
                <a:ext uri="{FF2B5EF4-FFF2-40B4-BE49-F238E27FC236}">
                  <a16:creationId xmlns:a16="http://schemas.microsoft.com/office/drawing/2014/main" id="{84DB0FE8-4C94-6D20-E19D-741E8F526E1B}"/>
                </a:ext>
              </a:extLst>
            </p:cNvPr>
            <p:cNvCxnSpPr>
              <a:cxnSpLocks/>
              <a:stCxn id="14" idx="3"/>
              <a:endCxn id="20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en arc 125">
              <a:extLst>
                <a:ext uri="{FF2B5EF4-FFF2-40B4-BE49-F238E27FC236}">
                  <a16:creationId xmlns:a16="http://schemas.microsoft.com/office/drawing/2014/main" id="{B09D8C5F-781F-59BB-B526-145AC2DC31CB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en arc 129">
              <a:extLst>
                <a:ext uri="{FF2B5EF4-FFF2-40B4-BE49-F238E27FC236}">
                  <a16:creationId xmlns:a16="http://schemas.microsoft.com/office/drawing/2014/main" id="{61F71995-5EB9-C383-362C-A92FB4DEAE59}"/>
                </a:ext>
              </a:extLst>
            </p:cNvPr>
            <p:cNvCxnSpPr>
              <a:cxnSpLocks/>
              <a:stCxn id="20" idx="2"/>
              <a:endCxn id="32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en arc 132">
              <a:extLst>
                <a:ext uri="{FF2B5EF4-FFF2-40B4-BE49-F238E27FC236}">
                  <a16:creationId xmlns:a16="http://schemas.microsoft.com/office/drawing/2014/main" id="{500B61FE-B779-CB0B-97E1-7585FC15D9B4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ZoneTexte 135">
              <a:extLst>
                <a:ext uri="{FF2B5EF4-FFF2-40B4-BE49-F238E27FC236}">
                  <a16:creationId xmlns:a16="http://schemas.microsoft.com/office/drawing/2014/main" id="{D5E41995-75EA-8B15-52EB-3CB000098CF8}"/>
                </a:ext>
              </a:extLst>
            </p:cNvPr>
            <p:cNvSpPr txBox="1"/>
            <p:nvPr/>
          </p:nvSpPr>
          <p:spPr>
            <a:xfrm>
              <a:off x="1812372" y="1017796"/>
              <a:ext cx="1098819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System</a:t>
              </a:r>
            </a:p>
          </p:txBody>
        </p:sp>
        <p:cxnSp>
          <p:nvCxnSpPr>
            <p:cNvPr id="42" name="Connecteur en arc 199">
              <a:extLst>
                <a:ext uri="{FF2B5EF4-FFF2-40B4-BE49-F238E27FC236}">
                  <a16:creationId xmlns:a16="http://schemas.microsoft.com/office/drawing/2014/main" id="{87A1D75D-C9CE-7502-CF06-F120EC3FDE0E}"/>
                </a:ext>
              </a:extLst>
            </p:cNvPr>
            <p:cNvCxnSpPr>
              <a:cxnSpLocks/>
              <a:stCxn id="8" idx="3"/>
              <a:endCxn id="54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en arc 236">
              <a:extLst>
                <a:ext uri="{FF2B5EF4-FFF2-40B4-BE49-F238E27FC236}">
                  <a16:creationId xmlns:a16="http://schemas.microsoft.com/office/drawing/2014/main" id="{4EA99674-6F20-5DD4-4215-797CDB3746F3}"/>
                </a:ext>
              </a:extLst>
            </p:cNvPr>
            <p:cNvCxnSpPr>
              <a:cxnSpLocks/>
              <a:stCxn id="21" idx="3"/>
              <a:endCxn id="31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 : coins arrondis 260">
              <a:extLst>
                <a:ext uri="{FF2B5EF4-FFF2-40B4-BE49-F238E27FC236}">
                  <a16:creationId xmlns:a16="http://schemas.microsoft.com/office/drawing/2014/main" id="{0375607E-3D7C-E7DB-6C6D-B19D31CF4758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45" name="Rectangle : coins arrondis 261">
              <a:extLst>
                <a:ext uri="{FF2B5EF4-FFF2-40B4-BE49-F238E27FC236}">
                  <a16:creationId xmlns:a16="http://schemas.microsoft.com/office/drawing/2014/main" id="{5887167E-D2DA-DF8E-AE8C-0ADDC85AAF62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6" name="Rectangle : coins arrondis 292">
              <a:extLst>
                <a:ext uri="{FF2B5EF4-FFF2-40B4-BE49-F238E27FC236}">
                  <a16:creationId xmlns:a16="http://schemas.microsoft.com/office/drawing/2014/main" id="{69EA51F0-608C-D6CD-40E9-F684814481A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7" name="Rectangle : coins arrondis 306">
              <a:extLst>
                <a:ext uri="{FF2B5EF4-FFF2-40B4-BE49-F238E27FC236}">
                  <a16:creationId xmlns:a16="http://schemas.microsoft.com/office/drawing/2014/main" id="{7CFC33B6-2E53-D3BF-3631-1C1130D3BB6A}"/>
                </a:ext>
              </a:extLst>
            </p:cNvPr>
            <p:cNvSpPr/>
            <p:nvPr/>
          </p:nvSpPr>
          <p:spPr>
            <a:xfrm>
              <a:off x="10424794" y="6281864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48" name="Connecteur en arc 313">
              <a:extLst>
                <a:ext uri="{FF2B5EF4-FFF2-40B4-BE49-F238E27FC236}">
                  <a16:creationId xmlns:a16="http://schemas.microsoft.com/office/drawing/2014/main" id="{4953AA89-E760-CCBF-D1E1-3D99229119CD}"/>
                </a:ext>
              </a:extLst>
            </p:cNvPr>
            <p:cNvCxnSpPr>
              <a:cxnSpLocks/>
              <a:stCxn id="47" idx="0"/>
              <a:endCxn id="11" idx="3"/>
            </p:cNvCxnSpPr>
            <p:nvPr/>
          </p:nvCxnSpPr>
          <p:spPr>
            <a:xfrm rot="16200000" flipV="1">
              <a:off x="10169815" y="5746707"/>
              <a:ext cx="476702" cy="59361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Losange 318">
              <a:extLst>
                <a:ext uri="{FF2B5EF4-FFF2-40B4-BE49-F238E27FC236}">
                  <a16:creationId xmlns:a16="http://schemas.microsoft.com/office/drawing/2014/main" id="{9506969F-7280-49C7-F876-EE12A49F8D89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50" name="Connecteur en arc 322">
              <a:extLst>
                <a:ext uri="{FF2B5EF4-FFF2-40B4-BE49-F238E27FC236}">
                  <a16:creationId xmlns:a16="http://schemas.microsoft.com/office/drawing/2014/main" id="{D3A7CE8F-CEF7-47DF-9A02-F7C4AA57D681}"/>
                </a:ext>
              </a:extLst>
            </p:cNvPr>
            <p:cNvCxnSpPr>
              <a:cxnSpLocks/>
              <a:stCxn id="9" idx="2"/>
              <a:endCxn id="49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Losange 337">
              <a:extLst>
                <a:ext uri="{FF2B5EF4-FFF2-40B4-BE49-F238E27FC236}">
                  <a16:creationId xmlns:a16="http://schemas.microsoft.com/office/drawing/2014/main" id="{8319C450-1ADB-5BAE-5028-F35BD432625D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52" name="Connecteur en arc 353">
              <a:extLst>
                <a:ext uri="{FF2B5EF4-FFF2-40B4-BE49-F238E27FC236}">
                  <a16:creationId xmlns:a16="http://schemas.microsoft.com/office/drawing/2014/main" id="{29738BF0-A5FF-277C-212B-13EE9E1B806B}"/>
                </a:ext>
              </a:extLst>
            </p:cNvPr>
            <p:cNvCxnSpPr>
              <a:cxnSpLocks/>
              <a:stCxn id="9" idx="0"/>
              <a:endCxn id="54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en arc 364">
              <a:extLst>
                <a:ext uri="{FF2B5EF4-FFF2-40B4-BE49-F238E27FC236}">
                  <a16:creationId xmlns:a16="http://schemas.microsoft.com/office/drawing/2014/main" id="{2CA80D65-B183-91AE-2074-C328D956CE15}"/>
                </a:ext>
              </a:extLst>
            </p:cNvPr>
            <p:cNvCxnSpPr>
              <a:cxnSpLocks/>
              <a:stCxn id="10" idx="1"/>
              <a:endCxn id="54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 : coins arrondis 198">
              <a:extLst>
                <a:ext uri="{FF2B5EF4-FFF2-40B4-BE49-F238E27FC236}">
                  <a16:creationId xmlns:a16="http://schemas.microsoft.com/office/drawing/2014/main" id="{3FC49A3B-B644-BECE-019B-77B49E5ACDF6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55" name="Rectangle : coins arrondis 373">
              <a:extLst>
                <a:ext uri="{FF2B5EF4-FFF2-40B4-BE49-F238E27FC236}">
                  <a16:creationId xmlns:a16="http://schemas.microsoft.com/office/drawing/2014/main" id="{FEC608C2-B6D6-33AC-7ED8-9AA2E77AC314}"/>
                </a:ext>
              </a:extLst>
            </p:cNvPr>
            <p:cNvSpPr/>
            <p:nvPr/>
          </p:nvSpPr>
          <p:spPr>
            <a:xfrm>
              <a:off x="0" y="2125820"/>
              <a:ext cx="1116911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Substance</a:t>
              </a:r>
            </a:p>
          </p:txBody>
        </p:sp>
        <p:cxnSp>
          <p:nvCxnSpPr>
            <p:cNvPr id="56" name="Connecteur en arc 473">
              <a:extLst>
                <a:ext uri="{FF2B5EF4-FFF2-40B4-BE49-F238E27FC236}">
                  <a16:creationId xmlns:a16="http://schemas.microsoft.com/office/drawing/2014/main" id="{6B5372A2-20AC-7420-CC11-DBB9F29E9701}"/>
                </a:ext>
              </a:extLst>
            </p:cNvPr>
            <p:cNvCxnSpPr>
              <a:cxnSpLocks/>
              <a:stCxn id="8" idx="3"/>
              <a:endCxn id="20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2D736735-0288-E912-4799-2F3AEDB27690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56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63DD5-7FF4-192B-88D9-7D3BD418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3B44BD7D-B1E2-AE9B-1FA3-5E04D5394515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+ LCA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2" name="Groupe 496">
            <a:extLst>
              <a:ext uri="{FF2B5EF4-FFF2-40B4-BE49-F238E27FC236}">
                <a16:creationId xmlns:a16="http://schemas.microsoft.com/office/drawing/2014/main" id="{CDDD1C95-8A5F-E03D-3AF2-2409B739F5EF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4" name="Rectangle : coins arrondis 417">
              <a:extLst>
                <a:ext uri="{FF2B5EF4-FFF2-40B4-BE49-F238E27FC236}">
                  <a16:creationId xmlns:a16="http://schemas.microsoft.com/office/drawing/2014/main" id="{3B208667-B9A2-87FC-7308-1AC0843A04C1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9BC6309-94C2-D864-77CF-5F782205DDAA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59" name="Rectangle : coins arrondis 99">
              <a:extLst>
                <a:ext uri="{FF2B5EF4-FFF2-40B4-BE49-F238E27FC236}">
                  <a16:creationId xmlns:a16="http://schemas.microsoft.com/office/drawing/2014/main" id="{E3C5FD46-2740-3B49-81A6-B02260FF0668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60" name="Rectangle : coins arrondis 4">
              <a:extLst>
                <a:ext uri="{FF2B5EF4-FFF2-40B4-BE49-F238E27FC236}">
                  <a16:creationId xmlns:a16="http://schemas.microsoft.com/office/drawing/2014/main" id="{2E037D66-8269-AD28-670E-F82B830EF1D9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61" name="Rectangle : coins arrondis 5">
              <a:extLst>
                <a:ext uri="{FF2B5EF4-FFF2-40B4-BE49-F238E27FC236}">
                  <a16:creationId xmlns:a16="http://schemas.microsoft.com/office/drawing/2014/main" id="{C2080B8B-C1CC-4DDB-1247-C2FC3BC9320E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62" name="Rectangle : coins arrondis 6">
              <a:extLst>
                <a:ext uri="{FF2B5EF4-FFF2-40B4-BE49-F238E27FC236}">
                  <a16:creationId xmlns:a16="http://schemas.microsoft.com/office/drawing/2014/main" id="{3633E47C-1D94-1BFE-2914-A9FE03177BF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63" name="Rectangle : coins arrondis 7">
              <a:extLst>
                <a:ext uri="{FF2B5EF4-FFF2-40B4-BE49-F238E27FC236}">
                  <a16:creationId xmlns:a16="http://schemas.microsoft.com/office/drawing/2014/main" id="{03E74F79-66B6-F678-C41B-82CCEDB4C5D7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64" name="Rectangle : coins arrondis 8">
              <a:extLst>
                <a:ext uri="{FF2B5EF4-FFF2-40B4-BE49-F238E27FC236}">
                  <a16:creationId xmlns:a16="http://schemas.microsoft.com/office/drawing/2014/main" id="{6F9367A6-9DE9-4C4A-42A9-6D89F6A60470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65" name="Rectangle : coins arrondis 9">
              <a:extLst>
                <a:ext uri="{FF2B5EF4-FFF2-40B4-BE49-F238E27FC236}">
                  <a16:creationId xmlns:a16="http://schemas.microsoft.com/office/drawing/2014/main" id="{F74C596A-C790-52A8-A0E1-6A544A7C5F65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66" name="Rectangle : coins arrondis 10">
              <a:extLst>
                <a:ext uri="{FF2B5EF4-FFF2-40B4-BE49-F238E27FC236}">
                  <a16:creationId xmlns:a16="http://schemas.microsoft.com/office/drawing/2014/main" id="{7BEEEE2C-0F4F-AC43-A4FE-8258A4B9DA4E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67" name="Rectangle : coins arrondis 11">
              <a:extLst>
                <a:ext uri="{FF2B5EF4-FFF2-40B4-BE49-F238E27FC236}">
                  <a16:creationId xmlns:a16="http://schemas.microsoft.com/office/drawing/2014/main" id="{A75491ED-670F-1B36-B011-081A4E7F2144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68" name="Rectangle : coins arrondis 12">
              <a:extLst>
                <a:ext uri="{FF2B5EF4-FFF2-40B4-BE49-F238E27FC236}">
                  <a16:creationId xmlns:a16="http://schemas.microsoft.com/office/drawing/2014/main" id="{590BA161-F770-DD30-8D67-E530C29B1850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69" name="Rectangle : coins arrondis 13">
              <a:extLst>
                <a:ext uri="{FF2B5EF4-FFF2-40B4-BE49-F238E27FC236}">
                  <a16:creationId xmlns:a16="http://schemas.microsoft.com/office/drawing/2014/main" id="{D708614E-33C3-C98E-D63F-C54B78280CC6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70" name="Rectangle : coins arrondis 15">
              <a:extLst>
                <a:ext uri="{FF2B5EF4-FFF2-40B4-BE49-F238E27FC236}">
                  <a16:creationId xmlns:a16="http://schemas.microsoft.com/office/drawing/2014/main" id="{9B968A7F-4227-1203-C404-E12019A8E270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1" name="Rectangle : coins arrondis 16">
              <a:extLst>
                <a:ext uri="{FF2B5EF4-FFF2-40B4-BE49-F238E27FC236}">
                  <a16:creationId xmlns:a16="http://schemas.microsoft.com/office/drawing/2014/main" id="{7BCA962C-8C0B-AD99-6CCF-536A666C71FE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2" name="Losange 17">
              <a:extLst>
                <a:ext uri="{FF2B5EF4-FFF2-40B4-BE49-F238E27FC236}">
                  <a16:creationId xmlns:a16="http://schemas.microsoft.com/office/drawing/2014/main" id="{1BB49FDC-5893-CE18-2BD8-4879E9CBBA54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3" name="Losange 18">
              <a:extLst>
                <a:ext uri="{FF2B5EF4-FFF2-40B4-BE49-F238E27FC236}">
                  <a16:creationId xmlns:a16="http://schemas.microsoft.com/office/drawing/2014/main" id="{4F55BFE8-B968-9228-7A38-A7CC86C7EDD2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74" name="Connecteur en arc 22">
              <a:extLst>
                <a:ext uri="{FF2B5EF4-FFF2-40B4-BE49-F238E27FC236}">
                  <a16:creationId xmlns:a16="http://schemas.microsoft.com/office/drawing/2014/main" id="{2D2F2C57-1438-2772-3F1D-0981F6702E1A}"/>
                </a:ext>
              </a:extLst>
            </p:cNvPr>
            <p:cNvCxnSpPr>
              <a:cxnSpLocks/>
              <a:stCxn id="68" idx="3"/>
              <a:endCxn id="60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en arc 26">
              <a:extLst>
                <a:ext uri="{FF2B5EF4-FFF2-40B4-BE49-F238E27FC236}">
                  <a16:creationId xmlns:a16="http://schemas.microsoft.com/office/drawing/2014/main" id="{874DC9C2-14D1-8B2C-6976-5DEE0D96F2F0}"/>
                </a:ext>
              </a:extLst>
            </p:cNvPr>
            <p:cNvCxnSpPr>
              <a:cxnSpLocks/>
              <a:stCxn id="69" idx="3"/>
              <a:endCxn id="61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en arc 41">
              <a:extLst>
                <a:ext uri="{FF2B5EF4-FFF2-40B4-BE49-F238E27FC236}">
                  <a16:creationId xmlns:a16="http://schemas.microsoft.com/office/drawing/2014/main" id="{6D31FDB1-020D-C540-3C23-9E24A89B6469}"/>
                </a:ext>
              </a:extLst>
            </p:cNvPr>
            <p:cNvCxnSpPr>
              <a:cxnSpLocks/>
              <a:stCxn id="60" idx="3"/>
              <a:endCxn id="61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en arc 49">
              <a:extLst>
                <a:ext uri="{FF2B5EF4-FFF2-40B4-BE49-F238E27FC236}">
                  <a16:creationId xmlns:a16="http://schemas.microsoft.com/office/drawing/2014/main" id="{B395F9C5-45B6-6B72-8073-747B154DC783}"/>
                </a:ext>
              </a:extLst>
            </p:cNvPr>
            <p:cNvCxnSpPr>
              <a:cxnSpLocks/>
              <a:stCxn id="61" idx="3"/>
              <a:endCxn id="67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eur en arc 52">
              <a:extLst>
                <a:ext uri="{FF2B5EF4-FFF2-40B4-BE49-F238E27FC236}">
                  <a16:creationId xmlns:a16="http://schemas.microsoft.com/office/drawing/2014/main" id="{23164C1E-2E53-DF0E-CEDE-6EA366057BDA}"/>
                </a:ext>
              </a:extLst>
            </p:cNvPr>
            <p:cNvCxnSpPr>
              <a:cxnSpLocks/>
              <a:stCxn id="61" idx="3"/>
              <a:endCxn id="66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en arc 55">
              <a:extLst>
                <a:ext uri="{FF2B5EF4-FFF2-40B4-BE49-F238E27FC236}">
                  <a16:creationId xmlns:a16="http://schemas.microsoft.com/office/drawing/2014/main" id="{327BC4DB-6183-7A8D-3225-2DB5C0B63AC3}"/>
                </a:ext>
              </a:extLst>
            </p:cNvPr>
            <p:cNvCxnSpPr>
              <a:cxnSpLocks/>
              <a:stCxn id="61" idx="3"/>
              <a:endCxn id="65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en arc 58">
              <a:extLst>
                <a:ext uri="{FF2B5EF4-FFF2-40B4-BE49-F238E27FC236}">
                  <a16:creationId xmlns:a16="http://schemas.microsoft.com/office/drawing/2014/main" id="{D2E64F1C-FDEB-EC88-3286-28DFBE27C1AD}"/>
                </a:ext>
              </a:extLst>
            </p:cNvPr>
            <p:cNvCxnSpPr>
              <a:cxnSpLocks/>
              <a:stCxn id="61" idx="3"/>
              <a:endCxn id="64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eur en arc 85">
              <a:extLst>
                <a:ext uri="{FF2B5EF4-FFF2-40B4-BE49-F238E27FC236}">
                  <a16:creationId xmlns:a16="http://schemas.microsoft.com/office/drawing/2014/main" id="{844E622E-806B-5783-50BE-8310C27C46FA}"/>
                </a:ext>
              </a:extLst>
            </p:cNvPr>
            <p:cNvCxnSpPr>
              <a:cxnSpLocks/>
              <a:stCxn id="101" idx="3"/>
              <a:endCxn id="70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en arc 89">
              <a:extLst>
                <a:ext uri="{FF2B5EF4-FFF2-40B4-BE49-F238E27FC236}">
                  <a16:creationId xmlns:a16="http://schemas.microsoft.com/office/drawing/2014/main" id="{48712EAE-B4E9-B5EB-D97B-09CD57553F2D}"/>
                </a:ext>
              </a:extLst>
            </p:cNvPr>
            <p:cNvCxnSpPr>
              <a:cxnSpLocks/>
              <a:stCxn id="70" idx="3"/>
              <a:endCxn id="63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 : coins arrondis 93">
              <a:extLst>
                <a:ext uri="{FF2B5EF4-FFF2-40B4-BE49-F238E27FC236}">
                  <a16:creationId xmlns:a16="http://schemas.microsoft.com/office/drawing/2014/main" id="{DF8DF7FB-836E-1390-4D65-6B065E48DDAE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84" name="Rectangle : coins arrondis 98">
              <a:extLst>
                <a:ext uri="{FF2B5EF4-FFF2-40B4-BE49-F238E27FC236}">
                  <a16:creationId xmlns:a16="http://schemas.microsoft.com/office/drawing/2014/main" id="{8D5F81BE-7F23-67F4-7D5B-609253FA2525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85" name="Connecteur en arc 100">
              <a:extLst>
                <a:ext uri="{FF2B5EF4-FFF2-40B4-BE49-F238E27FC236}">
                  <a16:creationId xmlns:a16="http://schemas.microsoft.com/office/drawing/2014/main" id="{62B16DF3-5F99-4D6E-FECB-A1DEF15A51FB}"/>
                </a:ext>
              </a:extLst>
            </p:cNvPr>
            <p:cNvCxnSpPr>
              <a:cxnSpLocks/>
              <a:stCxn id="101" idx="3"/>
              <a:endCxn id="71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eur en arc 107">
              <a:extLst>
                <a:ext uri="{FF2B5EF4-FFF2-40B4-BE49-F238E27FC236}">
                  <a16:creationId xmlns:a16="http://schemas.microsoft.com/office/drawing/2014/main" id="{3BD8DBD8-5B1C-2B6F-46CE-1F9D3A449068}"/>
                </a:ext>
              </a:extLst>
            </p:cNvPr>
            <p:cNvCxnSpPr>
              <a:cxnSpLocks/>
              <a:stCxn id="71" idx="3"/>
              <a:endCxn id="83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en arc 112">
              <a:extLst>
                <a:ext uri="{FF2B5EF4-FFF2-40B4-BE49-F238E27FC236}">
                  <a16:creationId xmlns:a16="http://schemas.microsoft.com/office/drawing/2014/main" id="{30E28B98-70A6-094B-FF22-C3546D474234}"/>
                </a:ext>
              </a:extLst>
            </p:cNvPr>
            <p:cNvCxnSpPr>
              <a:cxnSpLocks/>
              <a:stCxn id="64" idx="3"/>
              <a:endCxn id="72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eur en arc 119">
              <a:extLst>
                <a:ext uri="{FF2B5EF4-FFF2-40B4-BE49-F238E27FC236}">
                  <a16:creationId xmlns:a16="http://schemas.microsoft.com/office/drawing/2014/main" id="{596B3109-3752-9800-439D-69689883714E}"/>
                </a:ext>
              </a:extLst>
            </p:cNvPr>
            <p:cNvCxnSpPr>
              <a:cxnSpLocks/>
              <a:stCxn id="65" idx="3"/>
              <a:endCxn id="72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en arc 122">
              <a:extLst>
                <a:ext uri="{FF2B5EF4-FFF2-40B4-BE49-F238E27FC236}">
                  <a16:creationId xmlns:a16="http://schemas.microsoft.com/office/drawing/2014/main" id="{65699BEF-43EA-D9E5-6D69-486BB6936A2E}"/>
                </a:ext>
              </a:extLst>
            </p:cNvPr>
            <p:cNvCxnSpPr>
              <a:cxnSpLocks/>
              <a:stCxn id="66" idx="3"/>
              <a:endCxn id="72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eur en arc 125">
              <a:extLst>
                <a:ext uri="{FF2B5EF4-FFF2-40B4-BE49-F238E27FC236}">
                  <a16:creationId xmlns:a16="http://schemas.microsoft.com/office/drawing/2014/main" id="{9029ED5E-471D-3A83-D9DC-B76F1A97D80A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eur en arc 129">
              <a:extLst>
                <a:ext uri="{FF2B5EF4-FFF2-40B4-BE49-F238E27FC236}">
                  <a16:creationId xmlns:a16="http://schemas.microsoft.com/office/drawing/2014/main" id="{481A0DEE-928B-A578-0A1A-6863DCDC5D99}"/>
                </a:ext>
              </a:extLst>
            </p:cNvPr>
            <p:cNvCxnSpPr>
              <a:cxnSpLocks/>
              <a:stCxn id="72" idx="2"/>
              <a:endCxn id="84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en arc 132">
              <a:extLst>
                <a:ext uri="{FF2B5EF4-FFF2-40B4-BE49-F238E27FC236}">
                  <a16:creationId xmlns:a16="http://schemas.microsoft.com/office/drawing/2014/main" id="{29FBD7EE-D936-D555-0A3C-5813062970F4}"/>
                </a:ext>
              </a:extLst>
            </p:cNvPr>
            <p:cNvCxnSpPr>
              <a:cxnSpLocks/>
              <a:endCxn id="73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ZoneTexte 135">
              <a:extLst>
                <a:ext uri="{FF2B5EF4-FFF2-40B4-BE49-F238E27FC236}">
                  <a16:creationId xmlns:a16="http://schemas.microsoft.com/office/drawing/2014/main" id="{546F7B1B-1BEA-0EC4-5109-09BCBF866153}"/>
                </a:ext>
              </a:extLst>
            </p:cNvPr>
            <p:cNvSpPr txBox="1"/>
            <p:nvPr/>
          </p:nvSpPr>
          <p:spPr>
            <a:xfrm>
              <a:off x="1812372" y="1017796"/>
              <a:ext cx="1564828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+ LCA System</a:t>
              </a:r>
            </a:p>
          </p:txBody>
        </p:sp>
        <p:cxnSp>
          <p:nvCxnSpPr>
            <p:cNvPr id="94" name="Connecteur en arc 199">
              <a:extLst>
                <a:ext uri="{FF2B5EF4-FFF2-40B4-BE49-F238E27FC236}">
                  <a16:creationId xmlns:a16="http://schemas.microsoft.com/office/drawing/2014/main" id="{70A89748-AB8B-96F5-A567-C96E98C5DF64}"/>
                </a:ext>
              </a:extLst>
            </p:cNvPr>
            <p:cNvCxnSpPr>
              <a:cxnSpLocks/>
              <a:stCxn id="60" idx="3"/>
              <a:endCxn id="106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en arc 236">
              <a:extLst>
                <a:ext uri="{FF2B5EF4-FFF2-40B4-BE49-F238E27FC236}">
                  <a16:creationId xmlns:a16="http://schemas.microsoft.com/office/drawing/2014/main" id="{B560B0EF-560D-B1CF-AFF5-D4E70BE1A930}"/>
                </a:ext>
              </a:extLst>
            </p:cNvPr>
            <p:cNvCxnSpPr>
              <a:cxnSpLocks/>
              <a:stCxn id="73" idx="3"/>
              <a:endCxn id="83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 : coins arrondis 260">
              <a:extLst>
                <a:ext uri="{FF2B5EF4-FFF2-40B4-BE49-F238E27FC236}">
                  <a16:creationId xmlns:a16="http://schemas.microsoft.com/office/drawing/2014/main" id="{3C0CD5B1-8A8D-0B6F-1C98-1D866D910AA1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97" name="Rectangle : coins arrondis 261">
              <a:extLst>
                <a:ext uri="{FF2B5EF4-FFF2-40B4-BE49-F238E27FC236}">
                  <a16:creationId xmlns:a16="http://schemas.microsoft.com/office/drawing/2014/main" id="{64EDE988-1143-123E-47C0-5A7ECF79089D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8" name="Rectangle : coins arrondis 292">
              <a:extLst>
                <a:ext uri="{FF2B5EF4-FFF2-40B4-BE49-F238E27FC236}">
                  <a16:creationId xmlns:a16="http://schemas.microsoft.com/office/drawing/2014/main" id="{D15A8CC8-531B-B0AE-4328-B6A298AEBE2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9" name="Rectangle : coins arrondis 306">
              <a:extLst>
                <a:ext uri="{FF2B5EF4-FFF2-40B4-BE49-F238E27FC236}">
                  <a16:creationId xmlns:a16="http://schemas.microsoft.com/office/drawing/2014/main" id="{73532FEE-68E9-1C33-67D2-C4F8C7F7F3E9}"/>
                </a:ext>
              </a:extLst>
            </p:cNvPr>
            <p:cNvSpPr/>
            <p:nvPr/>
          </p:nvSpPr>
          <p:spPr>
            <a:xfrm>
              <a:off x="10424793" y="6281864"/>
              <a:ext cx="664192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100" name="Connecteur en arc 313">
              <a:extLst>
                <a:ext uri="{FF2B5EF4-FFF2-40B4-BE49-F238E27FC236}">
                  <a16:creationId xmlns:a16="http://schemas.microsoft.com/office/drawing/2014/main" id="{2A4653A4-5DEF-897C-3408-C9FCE5495FE6}"/>
                </a:ext>
              </a:extLst>
            </p:cNvPr>
            <p:cNvCxnSpPr>
              <a:cxnSpLocks/>
              <a:stCxn id="99" idx="0"/>
              <a:endCxn id="63" idx="3"/>
            </p:cNvCxnSpPr>
            <p:nvPr/>
          </p:nvCxnSpPr>
          <p:spPr>
            <a:xfrm rot="16200000" flipV="1">
              <a:off x="10195774" y="5720748"/>
              <a:ext cx="476702" cy="645530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Losange 318">
              <a:extLst>
                <a:ext uri="{FF2B5EF4-FFF2-40B4-BE49-F238E27FC236}">
                  <a16:creationId xmlns:a16="http://schemas.microsoft.com/office/drawing/2014/main" id="{49CB69FC-1A6A-9499-4E50-3B9329982FD3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102" name="Connecteur en arc 322">
              <a:extLst>
                <a:ext uri="{FF2B5EF4-FFF2-40B4-BE49-F238E27FC236}">
                  <a16:creationId xmlns:a16="http://schemas.microsoft.com/office/drawing/2014/main" id="{44959541-B28C-05A7-9440-E596804A2520}"/>
                </a:ext>
              </a:extLst>
            </p:cNvPr>
            <p:cNvCxnSpPr>
              <a:cxnSpLocks/>
              <a:stCxn id="61" idx="2"/>
              <a:endCxn id="101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Losange 337">
              <a:extLst>
                <a:ext uri="{FF2B5EF4-FFF2-40B4-BE49-F238E27FC236}">
                  <a16:creationId xmlns:a16="http://schemas.microsoft.com/office/drawing/2014/main" id="{12825C4F-1FC9-473E-76CC-8EB219931FEE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4" name="Connecteur en arc 353">
              <a:extLst>
                <a:ext uri="{FF2B5EF4-FFF2-40B4-BE49-F238E27FC236}">
                  <a16:creationId xmlns:a16="http://schemas.microsoft.com/office/drawing/2014/main" id="{952A8B32-7914-6EDF-9ED9-9D41E599F586}"/>
                </a:ext>
              </a:extLst>
            </p:cNvPr>
            <p:cNvCxnSpPr>
              <a:cxnSpLocks/>
              <a:stCxn id="61" idx="0"/>
              <a:endCxn id="106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en arc 364">
              <a:extLst>
                <a:ext uri="{FF2B5EF4-FFF2-40B4-BE49-F238E27FC236}">
                  <a16:creationId xmlns:a16="http://schemas.microsoft.com/office/drawing/2014/main" id="{BF996D64-E878-C279-1AD7-A058AA265828}"/>
                </a:ext>
              </a:extLst>
            </p:cNvPr>
            <p:cNvCxnSpPr>
              <a:cxnSpLocks/>
              <a:stCxn id="62" idx="1"/>
              <a:endCxn id="106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ectangle : coins arrondis 198">
              <a:extLst>
                <a:ext uri="{FF2B5EF4-FFF2-40B4-BE49-F238E27FC236}">
                  <a16:creationId xmlns:a16="http://schemas.microsoft.com/office/drawing/2014/main" id="{9110665F-36AB-8690-8BEB-8AABFD5B85B9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7" name="Rectangle : coins arrondis 373">
              <a:extLst>
                <a:ext uri="{FF2B5EF4-FFF2-40B4-BE49-F238E27FC236}">
                  <a16:creationId xmlns:a16="http://schemas.microsoft.com/office/drawing/2014/main" id="{E066BED9-04F0-70B6-4433-25EA00BA62DB}"/>
                </a:ext>
              </a:extLst>
            </p:cNvPr>
            <p:cNvSpPr/>
            <p:nvPr/>
          </p:nvSpPr>
          <p:spPr>
            <a:xfrm>
              <a:off x="86806" y="2120989"/>
              <a:ext cx="983245" cy="34491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baseline="-25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Biosphere</a:t>
              </a:r>
              <a:endParaRPr lang="en-US" sz="1400" b="1" baseline="-25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8" name="Connecteur en arc 473">
              <a:extLst>
                <a:ext uri="{FF2B5EF4-FFF2-40B4-BE49-F238E27FC236}">
                  <a16:creationId xmlns:a16="http://schemas.microsoft.com/office/drawing/2014/main" id="{D6E2D212-91FC-1835-67A0-86AE95816A47}"/>
                </a:ext>
              </a:extLst>
            </p:cNvPr>
            <p:cNvCxnSpPr>
              <a:cxnSpLocks/>
              <a:stCxn id="60" idx="3"/>
              <a:endCxn id="72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6BE0D29-4F11-346E-03BF-2E75E37552D3}"/>
              </a:ext>
            </a:extLst>
          </p:cNvPr>
          <p:cNvSpPr/>
          <p:nvPr/>
        </p:nvSpPr>
        <p:spPr>
          <a:xfrm>
            <a:off x="3436590" y="3406264"/>
            <a:ext cx="1153007" cy="5240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0" name="Rectangle : coins arrondis 4">
            <a:extLst>
              <a:ext uri="{FF2B5EF4-FFF2-40B4-BE49-F238E27FC236}">
                <a16:creationId xmlns:a16="http://schemas.microsoft.com/office/drawing/2014/main" id="{CD983393-B994-936B-537A-C5F05D30F028}"/>
              </a:ext>
            </a:extLst>
          </p:cNvPr>
          <p:cNvSpPr/>
          <p:nvPr/>
        </p:nvSpPr>
        <p:spPr>
          <a:xfrm>
            <a:off x="819687" y="3421957"/>
            <a:ext cx="940202" cy="252166"/>
          </a:xfrm>
          <a:prstGeom prst="roundRect">
            <a:avLst>
              <a:gd name="adj" fmla="val 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Technosphere</a:t>
            </a:r>
            <a:endParaRPr lang="en-US" sz="1000" b="1" noProof="0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5" name="Diamond 164">
            <a:extLst>
              <a:ext uri="{FF2B5EF4-FFF2-40B4-BE49-F238E27FC236}">
                <a16:creationId xmlns:a16="http://schemas.microsoft.com/office/drawing/2014/main" id="{D75C584A-0DB6-B5BF-697F-380E1D763536}"/>
              </a:ext>
            </a:extLst>
          </p:cNvPr>
          <p:cNvSpPr/>
          <p:nvPr/>
        </p:nvSpPr>
        <p:spPr>
          <a:xfrm>
            <a:off x="5384378" y="5007493"/>
            <a:ext cx="1439182" cy="696780"/>
          </a:xfrm>
          <a:prstGeom prst="diamond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67" name="Graphic 166" descr="Truck with solid fill">
            <a:extLst>
              <a:ext uri="{FF2B5EF4-FFF2-40B4-BE49-F238E27FC236}">
                <a16:creationId xmlns:a16="http://schemas.microsoft.com/office/drawing/2014/main" id="{2073C94A-FF96-9C32-50C5-F8591B436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227" y="4782526"/>
            <a:ext cx="322270" cy="32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94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7DB79-AC47-D73E-3DE8-5B6ED573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60BF8CF9-B44F-9B89-905E-7FA36829BFE4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3. MFA Results</a:t>
            </a:r>
          </a:p>
        </p:txBody>
      </p:sp>
    </p:spTree>
    <p:extLst>
      <p:ext uri="{BB962C8B-B14F-4D97-AF65-F5344CB8AC3E}">
        <p14:creationId xmlns:p14="http://schemas.microsoft.com/office/powerpoint/2010/main" val="1200049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colored wires&#10;&#10;AI-generated content may be incorrect.">
            <a:extLst>
              <a:ext uri="{FF2B5EF4-FFF2-40B4-BE49-F238E27FC236}">
                <a16:creationId xmlns:a16="http://schemas.microsoft.com/office/drawing/2014/main" id="{7259F870-464B-9419-6C85-DFFC837F7B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2802"/>
            <a:ext cx="12192000" cy="38047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201F68-253E-7A24-AE10-2AF501F44104}"/>
              </a:ext>
            </a:extLst>
          </p:cNvPr>
          <p:cNvSpPr txBox="1"/>
          <p:nvPr/>
        </p:nvSpPr>
        <p:spPr>
          <a:xfrm>
            <a:off x="255226" y="1015542"/>
            <a:ext cx="751971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Total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xmlns="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3F15E3A-37E8-743B-AA1B-76300541C787}"/>
              </a:ext>
            </a:extLst>
          </p:cNvPr>
          <p:cNvGrpSpPr/>
          <p:nvPr/>
        </p:nvGrpSpPr>
        <p:grpSpPr>
          <a:xfrm>
            <a:off x="0" y="996915"/>
            <a:ext cx="7755467" cy="2432085"/>
            <a:chOff x="0" y="991033"/>
            <a:chExt cx="12192000" cy="4121742"/>
          </a:xfrm>
        </p:grpSpPr>
        <p:pic>
          <p:nvPicPr>
            <p:cNvPr id="2" name="Picture 1" descr="A diagram of different colored lines&#10;&#10;AI-generated content may be incorrect.">
              <a:extLst>
                <a:ext uri="{FF2B5EF4-FFF2-40B4-BE49-F238E27FC236}">
                  <a16:creationId xmlns:a16="http://schemas.microsoft.com/office/drawing/2014/main" id="{D81D1CC2-7577-6177-EBB8-5163B12B4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308059"/>
              <a:ext cx="12192000" cy="3804716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6A6F563-9CD7-0606-E47E-DCEE73C86966}"/>
                </a:ext>
              </a:extLst>
            </p:cNvPr>
            <p:cNvSpPr txBox="1"/>
            <p:nvPr/>
          </p:nvSpPr>
          <p:spPr>
            <a:xfrm>
              <a:off x="0" y="991033"/>
              <a:ext cx="7519713" cy="8867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PkBudg650</a:t>
              </a: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3463924-2BC4-26E8-B8B4-39517B2713B8}"/>
              </a:ext>
            </a:extLst>
          </p:cNvPr>
          <p:cNvGrpSpPr/>
          <p:nvPr/>
        </p:nvGrpSpPr>
        <p:grpSpPr>
          <a:xfrm>
            <a:off x="0" y="3429000"/>
            <a:ext cx="7289800" cy="2787683"/>
            <a:chOff x="0" y="1015542"/>
            <a:chExt cx="12192000" cy="4122776"/>
          </a:xfrm>
        </p:grpSpPr>
        <p:pic>
          <p:nvPicPr>
            <p:cNvPr id="5" name="Picture 4" descr="A diagram of different colored lines&#10;&#10;AI-generated content may be incorrect.">
              <a:extLst>
                <a:ext uri="{FF2B5EF4-FFF2-40B4-BE49-F238E27FC236}">
                  <a16:creationId xmlns:a16="http://schemas.microsoft.com/office/drawing/2014/main" id="{6D752E7E-81A7-F0C1-127B-FE5694BA4D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1333602"/>
              <a:ext cx="12192000" cy="38047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D7A297-481F-C038-7E7F-60DA7758CC41}"/>
                </a:ext>
              </a:extLst>
            </p:cNvPr>
            <p:cNvSpPr txBox="1"/>
            <p:nvPr/>
          </p:nvSpPr>
          <p:spPr>
            <a:xfrm>
              <a:off x="275547" y="1015542"/>
              <a:ext cx="7519713" cy="7738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 err="1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NPi</a:t>
              </a:r>
              <a:endPara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4AA6083-BE9E-27C9-A0AC-2EB0544765C7}"/>
              </a:ext>
            </a:extLst>
          </p:cNvPr>
          <p:cNvSpPr txBox="1"/>
          <p:nvPr/>
        </p:nvSpPr>
        <p:spPr>
          <a:xfrm>
            <a:off x="6878819" y="4690534"/>
            <a:ext cx="3577513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No irrigation use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641335-D01B-0C21-4F2B-800FE29056F0}"/>
              </a:ext>
            </a:extLst>
          </p:cNvPr>
          <p:cNvSpPr txBox="1"/>
          <p:nvPr/>
        </p:nvSpPr>
        <p:spPr>
          <a:xfrm>
            <a:off x="6878818" y="1998713"/>
            <a:ext cx="3577513" cy="73866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More transfer from the decentralized treatment to the water discharge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165766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3">
            <a:extLst>
              <a:ext uri="{FF2B5EF4-FFF2-40B4-BE49-F238E27FC236}">
                <a16:creationId xmlns:a16="http://schemas.microsoft.com/office/drawing/2014/main" id="{04D5BB29-0570-0E8B-EF7A-BEF7E3527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2750"/>
            <a:ext cx="7878232" cy="23262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AAC288-C695-333D-DC55-1830CCD9F11C}"/>
              </a:ext>
            </a:extLst>
          </p:cNvPr>
          <p:cNvSpPr txBox="1"/>
          <p:nvPr/>
        </p:nvSpPr>
        <p:spPr>
          <a:xfrm>
            <a:off x="265386" y="964742"/>
            <a:ext cx="7519713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2020 </a:t>
            </a:r>
          </a:p>
          <a:p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4B721B-1728-BC2A-167D-22CE1096E843}"/>
              </a:ext>
            </a:extLst>
          </p:cNvPr>
          <p:cNvGrpSpPr/>
          <p:nvPr/>
        </p:nvGrpSpPr>
        <p:grpSpPr>
          <a:xfrm>
            <a:off x="152400" y="3428999"/>
            <a:ext cx="7878232" cy="2698784"/>
            <a:chOff x="93133" y="3107747"/>
            <a:chExt cx="12192000" cy="3750253"/>
          </a:xfrm>
        </p:grpSpPr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E4C3CB1A-D15E-4635-FB14-F9EC124CE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133" y="3258000"/>
              <a:ext cx="12192000" cy="36000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55796F-071D-62EA-5763-CB767C50ABEB}"/>
                </a:ext>
              </a:extLst>
            </p:cNvPr>
            <p:cNvSpPr txBox="1"/>
            <p:nvPr/>
          </p:nvSpPr>
          <p:spPr>
            <a:xfrm>
              <a:off x="371622" y="3107747"/>
              <a:ext cx="7519714" cy="72707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2045 </a:t>
              </a: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0AFE446-49B2-DC0C-D125-3743F1402677}"/>
              </a:ext>
            </a:extLst>
          </p:cNvPr>
          <p:cNvSpPr txBox="1"/>
          <p:nvPr/>
        </p:nvSpPr>
        <p:spPr>
          <a:xfrm>
            <a:off x="7785099" y="3802722"/>
            <a:ext cx="3577513" cy="181588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Globally less quantity, from population loss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Irr</a:t>
            </a:r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igation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More transfer from the decentralized treatment to the water discharge</a:t>
            </a:r>
          </a:p>
        </p:txBody>
      </p:sp>
    </p:spTree>
    <p:extLst>
      <p:ext uri="{BB962C8B-B14F-4D97-AF65-F5344CB8AC3E}">
        <p14:creationId xmlns:p14="http://schemas.microsoft.com/office/powerpoint/2010/main" val="1142133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4DD96-2A9F-52FF-799F-45633A582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71B824E1-CABF-89EF-7DE7-765259962A5E}"/>
              </a:ext>
            </a:extLst>
          </p:cNvPr>
          <p:cNvSpPr txBox="1"/>
          <p:nvPr/>
        </p:nvSpPr>
        <p:spPr>
          <a:xfrm>
            <a:off x="779737" y="2967335"/>
            <a:ext cx="693339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4. </a:t>
            </a:r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MFA-LCA coupling</a:t>
            </a:r>
            <a:endParaRPr lang="en-US" sz="4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7D7EFB-B85F-5FFC-8553-76B5D315181D}"/>
              </a:ext>
            </a:extLst>
          </p:cNvPr>
          <p:cNvSpPr txBox="1"/>
          <p:nvPr/>
        </p:nvSpPr>
        <p:spPr>
          <a:xfrm>
            <a:off x="1553285" y="4140201"/>
            <a:ext cx="4153248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Our strategy : All in one! </a:t>
            </a:r>
          </a:p>
        </p:txBody>
      </p:sp>
    </p:spTree>
    <p:extLst>
      <p:ext uri="{BB962C8B-B14F-4D97-AF65-F5344CB8AC3E}">
        <p14:creationId xmlns:p14="http://schemas.microsoft.com/office/powerpoint/2010/main" val="2923220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341507-E763-1D43-59F5-1DFF5C92A6DF}"/>
              </a:ext>
            </a:extLst>
          </p:cNvPr>
          <p:cNvSpPr txBox="1"/>
          <p:nvPr/>
        </p:nvSpPr>
        <p:spPr>
          <a:xfrm>
            <a:off x="1621016" y="1058334"/>
            <a:ext cx="8251115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recover the flows from the MFA results</a:t>
            </a:r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3A4D0051-A094-A579-DA84-F4319B7EA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7126645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" name="Packager Shell Object" showAsIcon="1" r:id="rId3" imgW="2438400" imgH="518018" progId="Package">
                  <p:embed/>
                </p:oleObj>
              </mc:Choice>
              <mc:Fallback>
                <p:oleObj name="Packager Shell Object" showAsIcon="1" r:id="rId3" imgW="2438400" imgH="518018" progId="Package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3A4D0051-A094-A579-DA84-F4319B7EADC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BA1A3BC-958B-FAAD-A302-A691113B315F}"/>
              </a:ext>
            </a:extLst>
          </p:cNvPr>
          <p:cNvSpPr txBox="1"/>
          <p:nvPr/>
        </p:nvSpPr>
        <p:spPr>
          <a:xfrm>
            <a:off x="0" y="1519999"/>
            <a:ext cx="12192000" cy="51338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get_values_from_mfa_system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scenarios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mfa_wt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"].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times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mfa_wt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"].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raise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FBCBB"/>
                </a:solidFill>
                <a:effectLst/>
                <a:latin typeface="Consolas" panose="020B0609020204030204" pitchFamily="49" charset="0"/>
              </a:rPr>
              <a:t>ValueError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03034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14D4DB-2AA1-AEB7-9E48-4D06D0C47B56}"/>
              </a:ext>
            </a:extLst>
          </p:cNvPr>
          <p:cNvSpPr txBox="1"/>
          <p:nvPr/>
        </p:nvSpPr>
        <p:spPr>
          <a:xfrm>
            <a:off x="1392417" y="939801"/>
            <a:ext cx="8251115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link the flows to the LCA inventory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CABB2-2850-E9C0-B3FA-64967D385EDD}"/>
              </a:ext>
            </a:extLst>
          </p:cNvPr>
          <p:cNvSpPr txBox="1"/>
          <p:nvPr/>
        </p:nvSpPr>
        <p:spPr>
          <a:xfrm>
            <a:off x="313266" y="1861576"/>
            <a:ext cx="11243733" cy="3697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flo_list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is the first element of each tuple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Check code, code2, code3, etc. using .get() to handle missing keys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code3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code4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code5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code6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year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Found a match, move to next flow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</a:p>
        </p:txBody>
      </p:sp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CDF88A83-BD69-D5F3-D69A-E9E82A961EF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3595718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6" name="Packager Shell Object" showAsIcon="1" r:id="rId3" imgW="2438400" imgH="518018" progId="Package">
                  <p:embed/>
                </p:oleObj>
              </mc:Choice>
              <mc:Fallback>
                <p:oleObj name="Packager Shell Object" showAsIcon="1" r:id="rId3" imgW="2438400" imgH="518018" progId="Package">
                  <p:embed/>
                  <p:pic>
                    <p:nvPicPr>
                      <p:cNvPr id="6" name="Object 5">
                        <a:extLst>
                          <a:ext uri="{FF2B5EF4-FFF2-40B4-BE49-F238E27FC236}">
                            <a16:creationId xmlns:a16="http://schemas.microsoft.com/office/drawing/2014/main" id="{CDF88A83-BD69-D5F3-D69A-E9E82A961E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858182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4C09A7-1081-863E-FF0C-BC1B2DB6A345}"/>
              </a:ext>
            </a:extLst>
          </p:cNvPr>
          <p:cNvSpPr txBox="1"/>
          <p:nvPr/>
        </p:nvSpPr>
        <p:spPr>
          <a:xfrm>
            <a:off x="2125134" y="827221"/>
            <a:ext cx="7941731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process the LCA through </a:t>
            </a:r>
            <a:r>
              <a:rPr lang="en-US" sz="2400" noProof="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ti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me and scenario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4FE53039-E081-71F4-F2AC-2ECEFD8F82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22204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0" name="Packager Shell Object" showAsIcon="1" r:id="rId3" imgW="2438400" imgH="518018" progId="Package">
                  <p:embed/>
                </p:oleObj>
              </mc:Choice>
              <mc:Fallback>
                <p:oleObj name="Packager Shell Object" showAsIcon="1" r:id="rId3" imgW="2438400" imgH="518018" progId="Package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4FE53039-E081-71F4-F2AC-2ECEFD8F82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60C16DD-3192-2DAB-39DD-6181D298BD92}"/>
              </a:ext>
            </a:extLst>
          </p:cNvPr>
          <p:cNvSpPr txBox="1"/>
          <p:nvPr/>
        </p:nvSpPr>
        <p:spPr>
          <a:xfrm>
            <a:off x="-38100" y="1365086"/>
            <a:ext cx="12268200" cy="54929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create_functional_unit_for_scenario_and_time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flow_amounts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data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flow_amounts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change_ei_version_for_exchanges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new_ei_version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"""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for node in database: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for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 in node: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if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["database"] ==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old_ei_version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["database"] =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new_ei_version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else: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    continue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exc.save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"""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apply_strategies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match database to itself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match_database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fields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unit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match database to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ecoinvent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match_database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new_ei_version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fields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reference product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inspect unmatched exchanges or activities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statistics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write_database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dirty="0">
              <a:solidFill>
                <a:srgbClr val="7B88A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database</a:t>
            </a:r>
          </a:p>
        </p:txBody>
      </p:sp>
    </p:spTree>
    <p:extLst>
      <p:ext uri="{BB962C8B-B14F-4D97-AF65-F5344CB8AC3E}">
        <p14:creationId xmlns:p14="http://schemas.microsoft.com/office/powerpoint/2010/main" val="20975203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3F766-1CD1-36D1-9BC5-A41AC1C67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7B219595-0077-AC2B-C04D-0A818FD619A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22204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4" name="Packager Shell Object" showAsIcon="1" r:id="rId3" imgW="2438400" imgH="518018" progId="Package">
                  <p:embed/>
                </p:oleObj>
              </mc:Choice>
              <mc:Fallback>
                <p:oleObj name="Packager Shell Object" showAsIcon="1" r:id="rId3" imgW="2438400" imgH="518018" progId="Package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7B219595-0077-AC2B-C04D-0A818FD619A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073C70F-957B-E246-3D20-853982770D96}"/>
              </a:ext>
            </a:extLst>
          </p:cNvPr>
          <p:cNvSpPr txBox="1"/>
          <p:nvPr/>
        </p:nvSpPr>
        <p:spPr>
          <a:xfrm>
            <a:off x="2125134" y="827221"/>
            <a:ext cx="7941731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process the LCA through </a:t>
            </a:r>
            <a:r>
              <a:rPr lang="en-US" sz="2400" noProof="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ti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me and scenario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C95DF0-5060-7EF6-7C70-965DBA85628E}"/>
              </a:ext>
            </a:extLst>
          </p:cNvPr>
          <p:cNvSpPr txBox="1"/>
          <p:nvPr/>
        </p:nvSpPr>
        <p:spPr>
          <a:xfrm>
            <a:off x="-16933" y="1598582"/>
            <a:ext cx="12192000" cy="531337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lca_results_for_mfa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impact_category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tuple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MFASystem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data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get_values_from_mfa_system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Can filter the `data` parameter here for time and/or scenario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data = [line for line in data if line[2] ==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selected_year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where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selected_year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fake_functional_unit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_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bd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prepare_lca_inputs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fake_functional_unit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impact_category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remapping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=False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bc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combinations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sorted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({(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line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])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line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})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results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combinations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fu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create_functional_unit_for_scenario_and_time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mapping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demand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Here you can add additional interpretation, such as contribution analysis. Up to you.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results</a:t>
            </a:r>
          </a:p>
        </p:txBody>
      </p:sp>
    </p:spTree>
    <p:extLst>
      <p:ext uri="{BB962C8B-B14F-4D97-AF65-F5344CB8AC3E}">
        <p14:creationId xmlns:p14="http://schemas.microsoft.com/office/powerpoint/2010/main" val="1770003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C1AA9-ADC8-E953-AEC5-E0E187241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E704C30C-E49B-BAC5-299B-9DABFCECAC0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5. LCA Results</a:t>
            </a:r>
          </a:p>
        </p:txBody>
      </p:sp>
    </p:spTree>
    <p:extLst>
      <p:ext uri="{BB962C8B-B14F-4D97-AF65-F5344CB8AC3E}">
        <p14:creationId xmlns:p14="http://schemas.microsoft.com/office/powerpoint/2010/main" val="3752830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F6967375-4CB1-4B91-83DF-FD6F019462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249" y="1009482"/>
            <a:ext cx="8781544" cy="5268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0350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AB4702CA-A801-4F78-90B0-A39D15FE3E5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0078" b="70215"/>
          <a:stretch/>
        </p:blipFill>
        <p:spPr>
          <a:xfrm>
            <a:off x="7982479" y="1738841"/>
            <a:ext cx="4048655" cy="2690284"/>
          </a:xfrm>
          <a:prstGeom prst="rect">
            <a:avLst/>
          </a:prstGeom>
        </p:spPr>
      </p:pic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F57FCDBC-E82A-4B30-8151-442D7AD40D57}"/>
              </a:ext>
            </a:extLst>
          </p:cNvPr>
          <p:cNvGrpSpPr/>
          <p:nvPr/>
        </p:nvGrpSpPr>
        <p:grpSpPr>
          <a:xfrm>
            <a:off x="623547" y="1523696"/>
            <a:ext cx="7171949" cy="3810608"/>
            <a:chOff x="1135989" y="1637692"/>
            <a:chExt cx="6093486" cy="3237598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62C72AEC-59A4-4237-9FC6-4C2EF100ED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r="77154" b="50327"/>
            <a:stretch/>
          </p:blipFill>
          <p:spPr>
            <a:xfrm>
              <a:off x="4236112" y="1637692"/>
              <a:ext cx="2993363" cy="2892581"/>
            </a:xfrm>
            <a:prstGeom prst="rect">
              <a:avLst/>
            </a:prstGeom>
          </p:spPr>
        </p:pic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5CB382D1-67FB-42EE-91A5-BF90838581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0327" r="76339"/>
            <a:stretch/>
          </p:blipFill>
          <p:spPr>
            <a:xfrm>
              <a:off x="1135989" y="1982710"/>
              <a:ext cx="3100123" cy="28925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32880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A4E63011-7F2E-4231-8F89-2F6CB267AE5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1269396"/>
              </p:ext>
            </p:extLst>
          </p:nvPr>
        </p:nvGraphicFramePr>
        <p:xfrm>
          <a:off x="1752599" y="1400174"/>
          <a:ext cx="3686175" cy="43910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E6492770-D5D4-47E9-B031-7D6B222631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80788449"/>
              </p:ext>
            </p:extLst>
          </p:nvPr>
        </p:nvGraphicFramePr>
        <p:xfrm>
          <a:off x="6172199" y="1409700"/>
          <a:ext cx="3686175" cy="43910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21844572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2057</Words>
  <Application>Microsoft Office PowerPoint</Application>
  <PresentationFormat>Breitbild</PresentationFormat>
  <Paragraphs>232</Paragraphs>
  <Slides>21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30" baseType="lpstr">
      <vt:lpstr>Arial</vt:lpstr>
      <vt:lpstr>Arial Rounded MT Bold</vt:lpstr>
      <vt:lpstr>Calibri</vt:lpstr>
      <vt:lpstr>Calibri Light</vt:lpstr>
      <vt:lpstr>Consolas</vt:lpstr>
      <vt:lpstr>Times New Roman</vt:lpstr>
      <vt:lpstr>Wingdings</vt:lpstr>
      <vt:lpstr>Thème Office</vt:lpstr>
      <vt:lpstr>Packager Shell Object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Mamy</dc:creator>
  <cp:lastModifiedBy>Matthias Martin Welker</cp:lastModifiedBy>
  <cp:revision>46</cp:revision>
  <dcterms:created xsi:type="dcterms:W3CDTF">2025-11-13T16:08:56Z</dcterms:created>
  <dcterms:modified xsi:type="dcterms:W3CDTF">2025-11-14T13:32:38Z</dcterms:modified>
</cp:coreProperties>
</file>