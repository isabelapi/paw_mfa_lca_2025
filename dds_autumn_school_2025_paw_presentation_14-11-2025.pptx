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52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60"/>
  </p:normalViewPr>
  <p:slideViewPr>
    <p:cSldViewPr snapToGrid="0">
      <p:cViewPr varScale="1">
        <p:scale>
          <a:sx n="114" d="100"/>
          <a:sy n="114" d="100"/>
        </p:scale>
        <p:origin x="6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146035-E467-484C-A45B-E027918AA835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D929E6-8A8A-7849-B07E-EF3F10F499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2184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B32220-B75A-CD75-AF6D-95395D3CF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1CE33FD-3844-A18D-A3C3-45AC058A3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656FCF-BC7D-B981-8D47-7E234F408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F798B2-64F4-B287-DCE4-76DE8E8BD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561E34-B1DD-8933-E1DC-3AC348B1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0250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2EE9AA-0C38-DE0E-C9AE-2448A1FF2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E475EB-5F24-891B-3D5A-6D0C6BDF5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F313A9-672F-F4C9-8E6A-788A4B6A0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EB8011-798F-13C2-99F6-688E40901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0263A9-DE07-902E-1BF5-85D0518EC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5473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71D09D-EF37-C019-205E-107944142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7A02383-203B-E8B1-DEC5-325B5E155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3E7ADD-FC11-D920-4A92-A8318308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6F565B-CD92-114C-44D5-75E6455AB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30E2E2-6088-4B0C-D2AB-66262680B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8084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437222-04BB-FEEC-5B1C-2B7E6DCE6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86D44A-9382-4323-14A1-812CDB79B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7201B3-0C3C-6B20-3292-E9384B4E9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77F179E-9E22-BE2F-ECAB-B286BE5A8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00FB7E-F87C-3499-F034-C3DFB57A0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74F6A3-F5B3-661C-4D54-21AE5EE82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326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4BB313-C41F-4D53-E867-90F0A95B6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D2A2F6-B4C4-C442-EB58-223FC96A4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D8A8DFD-5AB9-D841-8983-321BF5637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D84FF6A-22A7-2580-F626-0CCB83E32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4DCFE44-D7B9-E8B6-0C6D-39BDA42801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3B3E07F-E770-52DF-66E9-853D6D8DA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90B7F4A-58BE-8FA2-AB61-51E18FDF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8D1549E-9DA9-C8BD-19C3-77C69B7E1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0414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12830B-464B-5D1A-B70F-40FCCE07F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5505D01-1F1B-E552-3940-7ECF87EFE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829BCA-D5B1-F2D1-951E-204050D5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8D70D0E-9C60-C86F-A5E4-93D6E855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9125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BF35484-1303-E7B5-D4F5-B0D48AF88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FBFAF14-DC17-CA87-FEC5-2453EBDFA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310C38-6EF4-2BC2-88A2-710600472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fr-FR" dirty="0"/>
              <a:t>| </a:t>
            </a:r>
            <a:fld id="{778F5207-2293-314B-95F1-12759B93D428}" type="slidenum">
              <a:rPr lang="fr-FR" smtClean="0">
                <a:latin typeface="Arial Rounded MT Bold" panose="020F0704030504030204" pitchFamily="34" charset="77"/>
              </a:rPr>
              <a:pPr/>
              <a:t>‹N°›</a:t>
            </a:fld>
            <a:r>
              <a:rPr lang="fr-FR" dirty="0"/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8EDC293-C216-780E-3A3D-D4644F0D67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2F2ED"/>
              </a:clrFrom>
              <a:clrTo>
                <a:srgbClr val="F2F2ED">
                  <a:alpha val="0"/>
                </a:srgbClr>
              </a:clrTo>
            </a:clrChange>
          </a:blip>
          <a:srcRect l="31106" t="22076" r="33913" b="22493"/>
          <a:stretch>
            <a:fillRect/>
          </a:stretch>
        </p:blipFill>
        <p:spPr>
          <a:xfrm>
            <a:off x="10476367" y="-28398"/>
            <a:ext cx="1276264" cy="115564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A8422BC-D2CA-4563-7EC8-C14A1269C8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9369" y="136525"/>
            <a:ext cx="2125156" cy="825797"/>
          </a:xfrm>
          <a:prstGeom prst="rect">
            <a:avLst/>
          </a:prstGeom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1D1AD85-F868-0BBB-FC09-3A36C05C1D56}"/>
              </a:ext>
            </a:extLst>
          </p:cNvPr>
          <p:cNvCxnSpPr>
            <a:cxnSpLocks/>
            <a:stCxn id="6" idx="3"/>
            <a:endCxn id="5" idx="1"/>
          </p:cNvCxnSpPr>
          <p:nvPr userDrawn="1"/>
        </p:nvCxnSpPr>
        <p:spPr>
          <a:xfrm flipV="1">
            <a:off x="2564525" y="549423"/>
            <a:ext cx="7911842" cy="1"/>
          </a:xfrm>
          <a:prstGeom prst="line">
            <a:avLst/>
          </a:prstGeom>
          <a:ln>
            <a:solidFill>
              <a:srgbClr val="3D52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438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5B7CF3-5BFA-953C-5A6B-D5E1131F3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FD73C1-E6BD-F47C-F9EF-FDD7CA960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02312A3-D97A-0A65-78CB-039DD84A6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8E5E51-375A-F1B4-0434-3380736BE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243775F-61F7-1279-9177-2824EC40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0F52457-B91A-38ED-9422-BCFE5BC2C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6906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B064AC-AC6D-F952-D3F7-573556C64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5897318-6B9F-B51F-E657-080AF5081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2CE455C-1A13-29EE-16D9-F4379472D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C9A0911-6D78-FA57-53C6-A9403EF64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898637E-888D-4841-0515-6F77C071C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B2EBFE6-3C63-CD0D-FD0F-98D7D23BA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161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DDA1D-62AD-0BD8-4085-C8F378D51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1667E69-870A-08CF-616C-8BA6A295A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9CD500-9AE5-94DD-604F-697BE9A3D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6C48C5-3341-FAB8-CE33-FEA0BE9E2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DC547B-F5AB-FC15-1DAA-35DFD0BB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9506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949C522-8F35-761C-1650-8492AD5732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DE1DD47-4FEA-DE44-F39C-595235C91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50B246-A80D-928C-7094-F5FAD0BA2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9E53-477B-A343-ABC3-14A2AE86186D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2EDA3A-CD4D-B1C3-394D-8CCB23A0E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835214-EE76-FDBA-EDDE-DC0B8E557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014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D2C86AF-46C8-0095-E5B1-72FC2E9B0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054C34C-3D1B-2770-8620-222470971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89CE61-C2FC-D81C-2609-0C58C60D4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19E53-477B-A343-ABC3-14A2AE86186D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9068A8-5188-0F82-99FF-03DA19621B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D1680F-8B17-8D80-FFE0-7B8535311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8F5207-2293-314B-95F1-12759B93D4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758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F4F33F2D-1A69-FE07-B8A6-616A195A693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8857" y="359008"/>
            <a:ext cx="4672065" cy="181548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E805C04-ED01-EC0C-6850-92AB32AAB6E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2F2ED"/>
              </a:clrFrom>
              <a:clrTo>
                <a:srgbClr val="F2F2ED">
                  <a:alpha val="0"/>
                </a:srgbClr>
              </a:clrTo>
            </a:clrChange>
          </a:blip>
          <a:srcRect l="31106" t="22076" r="33913" b="22493"/>
          <a:stretch>
            <a:fillRect/>
          </a:stretch>
        </p:blipFill>
        <p:spPr>
          <a:xfrm>
            <a:off x="9292083" y="242235"/>
            <a:ext cx="2133938" cy="1932254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8064954F-6E6D-7500-2D66-2843A79C4CD9}"/>
              </a:ext>
            </a:extLst>
          </p:cNvPr>
          <p:cNvSpPr txBox="1"/>
          <p:nvPr/>
        </p:nvSpPr>
        <p:spPr>
          <a:xfrm>
            <a:off x="1098696" y="2890391"/>
            <a:ext cx="99946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3D5243"/>
                </a:solidFill>
                <a:latin typeface="Arial Rounded MT Bold" panose="020F0704030504030204" pitchFamily="34" charset="77"/>
              </a:rPr>
              <a:t>P</a:t>
            </a:r>
            <a:r>
              <a:rPr lang="fr-FR" sz="2800" dirty="0">
                <a:solidFill>
                  <a:srgbClr val="3D5243"/>
                </a:solidFill>
                <a:latin typeface="+mj-lt"/>
              </a:rPr>
              <a:t>ROSPECTIVE </a:t>
            </a:r>
            <a:r>
              <a:rPr lang="fr-FR" sz="3200" dirty="0">
                <a:solidFill>
                  <a:srgbClr val="3D5243"/>
                </a:solidFill>
                <a:latin typeface="Arial Rounded MT Bold" panose="020F0704030504030204" pitchFamily="34" charset="77"/>
              </a:rPr>
              <a:t>A</a:t>
            </a:r>
            <a:r>
              <a:rPr lang="fr-FR" sz="2800" dirty="0">
                <a:solidFill>
                  <a:srgbClr val="3D5243"/>
                </a:solidFill>
                <a:latin typeface="+mj-lt"/>
              </a:rPr>
              <a:t>SSESSEMENT OF </a:t>
            </a:r>
            <a:r>
              <a:rPr lang="fr-FR" sz="3200" dirty="0">
                <a:solidFill>
                  <a:srgbClr val="3D5243"/>
                </a:solidFill>
                <a:latin typeface="Arial Rounded MT Bold" panose="020F0704030504030204" pitchFamily="34" charset="77"/>
              </a:rPr>
              <a:t>W</a:t>
            </a:r>
            <a:r>
              <a:rPr lang="fr-FR" sz="2800" dirty="0">
                <a:solidFill>
                  <a:srgbClr val="3D5243"/>
                </a:solidFill>
                <a:latin typeface="+mj-lt"/>
              </a:rPr>
              <a:t>ASTEWATER TREATMENT </a:t>
            </a:r>
          </a:p>
          <a:p>
            <a:pPr algn="ctr"/>
            <a:r>
              <a:rPr lang="fr-FR" sz="2800" dirty="0">
                <a:solidFill>
                  <a:srgbClr val="3D5243"/>
                </a:solidFill>
                <a:latin typeface="+mj-lt"/>
              </a:rPr>
              <a:t>IN GERMANY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EE27A7C-7424-C6C1-E914-3C3716D6EFAC}"/>
              </a:ext>
            </a:extLst>
          </p:cNvPr>
          <p:cNvSpPr txBox="1"/>
          <p:nvPr/>
        </p:nvSpPr>
        <p:spPr>
          <a:xfrm>
            <a:off x="428857" y="4929332"/>
            <a:ext cx="47899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3D5243"/>
                </a:solidFill>
                <a:latin typeface="Arial Rounded MT Bold" panose="020F0704030504030204" pitchFamily="34" charset="77"/>
              </a:rPr>
              <a:t>Group </a:t>
            </a:r>
            <a:r>
              <a:rPr lang="fr-FR" sz="1600" dirty="0" err="1">
                <a:solidFill>
                  <a:srgbClr val="3D5243"/>
                </a:solidFill>
                <a:latin typeface="Arial Rounded MT Bold" panose="020F0704030504030204" pitchFamily="34" charset="77"/>
              </a:rPr>
              <a:t>members</a:t>
            </a:r>
            <a:r>
              <a:rPr lang="fr-FR" sz="1600" dirty="0">
                <a:solidFill>
                  <a:srgbClr val="3D5243"/>
                </a:solidFill>
                <a:latin typeface="Arial Rounded MT Bold" panose="020F0704030504030204" pitchFamily="34" charset="77"/>
              </a:rPr>
              <a:t>: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D5243"/>
                </a:solidFill>
                <a:latin typeface="+mj-lt"/>
              </a:rPr>
              <a:t>Sabrina </a:t>
            </a:r>
            <a:r>
              <a:rPr lang="fr-FR" sz="1600" dirty="0" err="1">
                <a:solidFill>
                  <a:srgbClr val="3D5243"/>
                </a:solidFill>
                <a:latin typeface="+mj-lt"/>
              </a:rPr>
              <a:t>Grüner</a:t>
            </a:r>
            <a:endParaRPr lang="fr-FR" sz="1600" dirty="0">
              <a:solidFill>
                <a:srgbClr val="3D5243"/>
              </a:solidFill>
              <a:latin typeface="+mj-lt"/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D5243"/>
                </a:solidFill>
                <a:latin typeface="+mj-lt"/>
              </a:rPr>
              <a:t>David </a:t>
            </a:r>
            <a:r>
              <a:rPr lang="fr-FR" sz="1600" dirty="0" err="1">
                <a:solidFill>
                  <a:srgbClr val="3D5243"/>
                </a:solidFill>
                <a:latin typeface="+mj-lt"/>
              </a:rPr>
              <a:t>Clousier</a:t>
            </a:r>
            <a:endParaRPr lang="fr-FR" sz="1600" dirty="0">
              <a:solidFill>
                <a:srgbClr val="3D5243"/>
              </a:solidFill>
              <a:latin typeface="+mj-lt"/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rgbClr val="3D5243"/>
                </a:solidFill>
                <a:latin typeface="+mj-lt"/>
              </a:rPr>
              <a:t>Isabela</a:t>
            </a:r>
            <a:r>
              <a:rPr lang="fr-FR" sz="1600" dirty="0">
                <a:solidFill>
                  <a:srgbClr val="3D5243"/>
                </a:solidFill>
                <a:latin typeface="+mj-lt"/>
              </a:rPr>
              <a:t> </a:t>
            </a:r>
            <a:r>
              <a:rPr lang="fr-FR" sz="1600" dirty="0" err="1">
                <a:solidFill>
                  <a:srgbClr val="3D5243"/>
                </a:solidFill>
                <a:latin typeface="+mj-lt"/>
              </a:rPr>
              <a:t>Pichardo</a:t>
            </a:r>
            <a:r>
              <a:rPr lang="fr-FR" sz="1600" dirty="0">
                <a:solidFill>
                  <a:srgbClr val="3D5243"/>
                </a:solidFill>
                <a:latin typeface="+mj-lt"/>
              </a:rPr>
              <a:t>-Velázquez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D5243"/>
                </a:solidFill>
                <a:latin typeface="+mj-lt"/>
              </a:rPr>
              <a:t>Matthias Welker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3D5243"/>
                </a:solidFill>
                <a:latin typeface="+mj-lt"/>
              </a:rPr>
              <a:t>Mamy </a:t>
            </a:r>
            <a:r>
              <a:rPr lang="fr-FR" sz="1600" dirty="0" err="1">
                <a:solidFill>
                  <a:srgbClr val="3D5243"/>
                </a:solidFill>
                <a:latin typeface="+mj-lt"/>
              </a:rPr>
              <a:t>Harimisa</a:t>
            </a:r>
            <a:r>
              <a:rPr lang="fr-FR" sz="1600" dirty="0">
                <a:solidFill>
                  <a:srgbClr val="3D5243"/>
                </a:solidFill>
                <a:latin typeface="+mj-lt"/>
              </a:rPr>
              <a:t> </a:t>
            </a:r>
            <a:r>
              <a:rPr lang="fr-FR" sz="1600" dirty="0" err="1">
                <a:solidFill>
                  <a:srgbClr val="3D5243"/>
                </a:solidFill>
                <a:latin typeface="+mj-lt"/>
              </a:rPr>
              <a:t>Radanielina</a:t>
            </a:r>
            <a:endParaRPr lang="fr-FR" sz="1600" dirty="0">
              <a:solidFill>
                <a:srgbClr val="3D5243"/>
              </a:solidFill>
              <a:latin typeface="+mj-lt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F88535F-E430-8CE2-1F7E-000347A7E5DA}"/>
              </a:ext>
            </a:extLst>
          </p:cNvPr>
          <p:cNvSpPr txBox="1"/>
          <p:nvPr/>
        </p:nvSpPr>
        <p:spPr>
          <a:xfrm>
            <a:off x="8442604" y="6160438"/>
            <a:ext cx="30837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 dirty="0" err="1">
                <a:solidFill>
                  <a:srgbClr val="3D5243"/>
                </a:solidFill>
                <a:latin typeface="Arial Rounded MT Bold" panose="020F0704030504030204" pitchFamily="34" charset="77"/>
              </a:rPr>
              <a:t>November</a:t>
            </a:r>
            <a:r>
              <a:rPr lang="fr-FR" sz="1600" dirty="0">
                <a:solidFill>
                  <a:srgbClr val="3D5243"/>
                </a:solidFill>
                <a:latin typeface="Arial Rounded MT Bold" panose="020F0704030504030204" pitchFamily="34" charset="77"/>
              </a:rPr>
              <a:t> 14th, 2025 </a:t>
            </a:r>
            <a:endParaRPr lang="fr-FR" sz="1600" dirty="0">
              <a:solidFill>
                <a:srgbClr val="3D524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54542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C4411C-14CA-9CDC-4576-EED7800DE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r-FR" dirty="0">
                <a:latin typeface="Arial Rounded MT Bold" panose="020F0704030504030204" pitchFamily="34" charset="77"/>
              </a:rPr>
              <a:t> | </a:t>
            </a:r>
            <a:fld id="{11681171-7214-0347-ABE7-0EB6FB806A12}" type="slidenum">
              <a:rPr lang="fr-FR">
                <a:latin typeface="Arial Rounded MT Bold" panose="020F0704030504030204" pitchFamily="34" charset="77"/>
              </a:rPr>
              <a:t>2</a:t>
            </a:fld>
            <a:endParaRPr lang="fr-FR" dirty="0"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066741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28</Words>
  <Application>Microsoft Macintosh PowerPoint</Application>
  <PresentationFormat>Grand écran</PresentationFormat>
  <Paragraphs>10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Mamy</dc:creator>
  <cp:lastModifiedBy>Mamy</cp:lastModifiedBy>
  <cp:revision>5</cp:revision>
  <dcterms:created xsi:type="dcterms:W3CDTF">2025-11-13T16:08:56Z</dcterms:created>
  <dcterms:modified xsi:type="dcterms:W3CDTF">2025-11-13T16:29:53Z</dcterms:modified>
</cp:coreProperties>
</file>